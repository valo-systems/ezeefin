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b6c6882faf40af" /><Relationship Type="http://schemas.openxmlformats.org/officeDocument/2006/relationships/extended-properties" Target="/docProps/app.xml" Id="R7bc36d43633f4f65" /><Relationship Type="http://schemas.openxmlformats.org/officeDocument/2006/relationships/officeDocument" Target="/ppt/presentation.xml" Id="Re3342e3c327149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d3af054df64144"/>
  </p:sldMasterIdLst>
  <p:notesMasterIdLst>
    <p:notesMasterId xmlns:r="http://schemas.openxmlformats.org/officeDocument/2006/relationships" r:id="Rc56a0e5352364594"/>
  </p:notesMasterIdLst>
  <p:sldIdLst>
    <p:sldId xmlns:r="http://schemas.openxmlformats.org/officeDocument/2006/relationships" id="256" r:id="Rd73b3738e4144645"/>
    <p:sldId xmlns:r="http://schemas.openxmlformats.org/officeDocument/2006/relationships" id="257" r:id="R5607faee5b414990"/>
    <p:sldId xmlns:r="http://schemas.openxmlformats.org/officeDocument/2006/relationships" id="258" r:id="Rec6f7d589fc04024"/>
    <p:sldId xmlns:r="http://schemas.openxmlformats.org/officeDocument/2006/relationships" id="259" r:id="R2473d46b66d94d48"/>
    <p:sldId xmlns:r="http://schemas.openxmlformats.org/officeDocument/2006/relationships" id="260" r:id="Re0981136a3074939"/>
    <p:sldId xmlns:r="http://schemas.openxmlformats.org/officeDocument/2006/relationships" id="261" r:id="R31e08e7bd38249f5"/>
    <p:sldId xmlns:r="http://schemas.openxmlformats.org/officeDocument/2006/relationships" id="262" r:id="R7841aa8a4ad04521"/>
    <p:sldId xmlns:r="http://schemas.openxmlformats.org/officeDocument/2006/relationships" id="263" r:id="R3f5b52f3c5c54248"/>
    <p:sldId xmlns:r="http://schemas.openxmlformats.org/officeDocument/2006/relationships" id="264" r:id="Rca0d334064354fe9"/>
    <p:sldId xmlns:r="http://schemas.openxmlformats.org/officeDocument/2006/relationships" id="265" r:id="R8eebe51cd4b34b1f"/>
    <p:sldId xmlns:r="http://schemas.openxmlformats.org/officeDocument/2006/relationships" id="266" r:id="Rce2cdaffaa204df2"/>
    <p:sldId xmlns:r="http://schemas.openxmlformats.org/officeDocument/2006/relationships" id="267" r:id="R52c3db6b47ce48e6"/>
    <p:sldId xmlns:r="http://schemas.openxmlformats.org/officeDocument/2006/relationships" id="268" r:id="Rf1783bba75a84042"/>
    <p:sldId xmlns:r="http://schemas.openxmlformats.org/officeDocument/2006/relationships" id="269" r:id="R3c2a286272ef4c3f"/>
    <p:sldId xmlns:r="http://schemas.openxmlformats.org/officeDocument/2006/relationships" id="270" r:id="R9fbf414bd38f4c10"/>
    <p:sldId xmlns:r="http://schemas.openxmlformats.org/officeDocument/2006/relationships" id="271" r:id="R4ff7bea3bb6d4163"/>
    <p:sldId xmlns:r="http://schemas.openxmlformats.org/officeDocument/2006/relationships" id="272" r:id="R5f91a91eb1d94c28"/>
    <p:sldId xmlns:r="http://schemas.openxmlformats.org/officeDocument/2006/relationships" id="273" r:id="R19de33643b9a4260"/>
    <p:sldId xmlns:r="http://schemas.openxmlformats.org/officeDocument/2006/relationships" id="274" r:id="Rc48f2cab8eac484a"/>
    <p:sldId xmlns:r="http://schemas.openxmlformats.org/officeDocument/2006/relationships" id="275" r:id="R6d444b5e4cd64af7"/>
    <p:sldId xmlns:r="http://schemas.openxmlformats.org/officeDocument/2006/relationships" id="276" r:id="R9c90bd461392443b"/>
    <p:sldId xmlns:r="http://schemas.openxmlformats.org/officeDocument/2006/relationships" id="277" r:id="Re59e011c156c41e5"/>
    <p:sldId xmlns:r="http://schemas.openxmlformats.org/officeDocument/2006/relationships" id="278" r:id="Rba8a8c578f8b48cc"/>
    <p:sldId xmlns:r="http://schemas.openxmlformats.org/officeDocument/2006/relationships" id="279" r:id="Re0c08715b9234818"/>
    <p:sldId xmlns:r="http://schemas.openxmlformats.org/officeDocument/2006/relationships" id="280" r:id="R7a78a11489284b5e"/>
    <p:sldId xmlns:r="http://schemas.openxmlformats.org/officeDocument/2006/relationships" id="281" r:id="R06f6bb9036f54468"/>
    <p:sldId xmlns:r="http://schemas.openxmlformats.org/officeDocument/2006/relationships" id="282" r:id="R53fc06fd53a54ea9"/>
    <p:sldId xmlns:r="http://schemas.openxmlformats.org/officeDocument/2006/relationships" id="283" r:id="R3ec992399cfd4b86"/>
    <p:sldId xmlns:r="http://schemas.openxmlformats.org/officeDocument/2006/relationships" id="284" r:id="R06d66012ada04889"/>
    <p:sldId xmlns:r="http://schemas.openxmlformats.org/officeDocument/2006/relationships" id="285" r:id="R36d0d7e04ac14286"/>
    <p:sldId xmlns:r="http://schemas.openxmlformats.org/officeDocument/2006/relationships" id="286" r:id="Rfcddcfba2adb43a1"/>
    <p:sldId xmlns:r="http://schemas.openxmlformats.org/officeDocument/2006/relationships" id="287" r:id="Rb8b1cec0f7524d3b"/>
    <p:sldId xmlns:r="http://schemas.openxmlformats.org/officeDocument/2006/relationships" id="288" r:id="Rd2b26dd35bbe4148"/>
    <p:sldId xmlns:r="http://schemas.openxmlformats.org/officeDocument/2006/relationships" id="289" r:id="R271d379f98d847c0"/>
    <p:sldId xmlns:r="http://schemas.openxmlformats.org/officeDocument/2006/relationships" id="290" r:id="R75a0c4d7b1ea45e5"/>
    <p:sldId xmlns:r="http://schemas.openxmlformats.org/officeDocument/2006/relationships" id="291" r:id="R92198913cca14577"/>
    <p:sldId xmlns:r="http://schemas.openxmlformats.org/officeDocument/2006/relationships" id="292" r:id="Rf3e94c2a8e774a2e"/>
    <p:sldId xmlns:r="http://schemas.openxmlformats.org/officeDocument/2006/relationships" id="293" r:id="R49f46a5abd7a4170"/>
    <p:sldId xmlns:r="http://schemas.openxmlformats.org/officeDocument/2006/relationships" id="294" r:id="Ra30fade468254d90"/>
    <p:sldId xmlns:r="http://schemas.openxmlformats.org/officeDocument/2006/relationships" id="295" r:id="R8dc6dda3d40b4cae"/>
    <p:sldId xmlns:r="http://schemas.openxmlformats.org/officeDocument/2006/relationships" id="296" r:id="R614e6dad45af4d88"/>
    <p:sldId xmlns:r="http://schemas.openxmlformats.org/officeDocument/2006/relationships" id="297" r:id="Re90354ccc07344d2"/>
    <p:sldId xmlns:r="http://schemas.openxmlformats.org/officeDocument/2006/relationships" id="298" r:id="R6af04ed48e944d5a"/>
    <p:sldId xmlns:r="http://schemas.openxmlformats.org/officeDocument/2006/relationships" id="299" r:id="R37f3a917e56b4578"/>
    <p:sldId xmlns:r="http://schemas.openxmlformats.org/officeDocument/2006/relationships" id="300" r:id="R03978ef6c48e4473"/>
    <p:sldId xmlns:r="http://schemas.openxmlformats.org/officeDocument/2006/relationships" id="301" r:id="Rb6027a22b81346e7"/>
    <p:sldId xmlns:r="http://schemas.openxmlformats.org/officeDocument/2006/relationships" id="302" r:id="R19641d7d1dd34280"/>
    <p:sldId xmlns:r="http://schemas.openxmlformats.org/officeDocument/2006/relationships" id="303" r:id="R93689a0aea9342ee"/>
    <p:sldId xmlns:r="http://schemas.openxmlformats.org/officeDocument/2006/relationships" id="304" r:id="R45dc84b10b0842b4"/>
    <p:sldId xmlns:r="http://schemas.openxmlformats.org/officeDocument/2006/relationships" id="305" r:id="R2be4a8f0ed834a13"/>
    <p:sldId xmlns:r="http://schemas.openxmlformats.org/officeDocument/2006/relationships" id="306" r:id="R2c0baa1853ad407d"/>
    <p:sldId xmlns:r="http://schemas.openxmlformats.org/officeDocument/2006/relationships" id="307" r:id="R41674c16af4b40be"/>
    <p:sldId xmlns:r="http://schemas.openxmlformats.org/officeDocument/2006/relationships" id="308" r:id="R80f32920a09a44e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6db27a808d4ebe" /><Relationship Type="http://schemas.openxmlformats.org/officeDocument/2006/relationships/slideMaster" Target="/ppt/slideMasters/slideMaster1.xml" Id="R90d3af054df64144" /><Relationship Type="http://schemas.openxmlformats.org/officeDocument/2006/relationships/notesMaster" Target="/ppt/notesMasters/notesMaster1.xml" Id="Rc56a0e5352364594" /><Relationship Type="http://schemas.openxmlformats.org/officeDocument/2006/relationships/presProps" Target="/ppt/presProps.xml" Id="R5557862d22e84c25" /><Relationship Type="http://schemas.openxmlformats.org/officeDocument/2006/relationships/tableStyles" Target="/ppt/tableStyles.xml" Id="Re8dc73f5949446e8" /><Relationship Type="http://schemas.openxmlformats.org/officeDocument/2006/relationships/slide" Target="/ppt/slides/slide1.xml" Id="Rd73b3738e4144645" /><Relationship Type="http://schemas.openxmlformats.org/officeDocument/2006/relationships/slide" Target="/ppt/slides/slide2.xml" Id="R5607faee5b414990" /><Relationship Type="http://schemas.openxmlformats.org/officeDocument/2006/relationships/slide" Target="/ppt/slides/slide3.xml" Id="Rec6f7d589fc04024" /><Relationship Type="http://schemas.openxmlformats.org/officeDocument/2006/relationships/slide" Target="/ppt/slides/slide4.xml" Id="R2473d46b66d94d48" /><Relationship Type="http://schemas.openxmlformats.org/officeDocument/2006/relationships/slide" Target="/ppt/slides/slide5.xml" Id="Re0981136a3074939" /><Relationship Type="http://schemas.openxmlformats.org/officeDocument/2006/relationships/slide" Target="/ppt/slides/slide6.xml" Id="R31e08e7bd38249f5" /><Relationship Type="http://schemas.openxmlformats.org/officeDocument/2006/relationships/slide" Target="/ppt/slides/slide7.xml" Id="R7841aa8a4ad04521" /><Relationship Type="http://schemas.openxmlformats.org/officeDocument/2006/relationships/slide" Target="/ppt/slides/slide8.xml" Id="R3f5b52f3c5c54248" /><Relationship Type="http://schemas.openxmlformats.org/officeDocument/2006/relationships/slide" Target="/ppt/slides/slide9.xml" Id="Rca0d334064354fe9" /><Relationship Type="http://schemas.openxmlformats.org/officeDocument/2006/relationships/slide" Target="/ppt/slides/slide10.xml" Id="R8eebe51cd4b34b1f" /><Relationship Type="http://schemas.openxmlformats.org/officeDocument/2006/relationships/slide" Target="/ppt/slides/slide11.xml" Id="Rce2cdaffaa204df2" /><Relationship Type="http://schemas.openxmlformats.org/officeDocument/2006/relationships/slide" Target="/ppt/slides/slide12.xml" Id="R52c3db6b47ce48e6" /><Relationship Type="http://schemas.openxmlformats.org/officeDocument/2006/relationships/slide" Target="/ppt/slides/slide13.xml" Id="Rf1783bba75a84042" /><Relationship Type="http://schemas.openxmlformats.org/officeDocument/2006/relationships/slide" Target="/ppt/slides/slide14.xml" Id="R3c2a286272ef4c3f" /><Relationship Type="http://schemas.openxmlformats.org/officeDocument/2006/relationships/slide" Target="/ppt/slides/slide15.xml" Id="R9fbf414bd38f4c10" /><Relationship Type="http://schemas.openxmlformats.org/officeDocument/2006/relationships/slide" Target="/ppt/slides/slide16.xml" Id="R4ff7bea3bb6d4163" /><Relationship Type="http://schemas.openxmlformats.org/officeDocument/2006/relationships/slide" Target="/ppt/slides/slide17.xml" Id="R5f91a91eb1d94c28" /><Relationship Type="http://schemas.openxmlformats.org/officeDocument/2006/relationships/slide" Target="/ppt/slides/slide18.xml" Id="R19de33643b9a4260" /><Relationship Type="http://schemas.openxmlformats.org/officeDocument/2006/relationships/slide" Target="/ppt/slides/slide19.xml" Id="Rc48f2cab8eac484a" /><Relationship Type="http://schemas.openxmlformats.org/officeDocument/2006/relationships/slide" Target="/ppt/slides/slide20.xml" Id="R6d444b5e4cd64af7" /><Relationship Type="http://schemas.openxmlformats.org/officeDocument/2006/relationships/slide" Target="/ppt/slides/slide21.xml" Id="R9c90bd461392443b" /><Relationship Type="http://schemas.openxmlformats.org/officeDocument/2006/relationships/slide" Target="/ppt/slides/slide22.xml" Id="Re59e011c156c41e5" /><Relationship Type="http://schemas.openxmlformats.org/officeDocument/2006/relationships/slide" Target="/ppt/slides/slide23.xml" Id="Rba8a8c578f8b48cc" /><Relationship Type="http://schemas.openxmlformats.org/officeDocument/2006/relationships/slide" Target="/ppt/slides/slide24.xml" Id="Re0c08715b9234818" /><Relationship Type="http://schemas.openxmlformats.org/officeDocument/2006/relationships/slide" Target="/ppt/slides/slide25.xml" Id="R7a78a11489284b5e" /><Relationship Type="http://schemas.openxmlformats.org/officeDocument/2006/relationships/slide" Target="/ppt/slides/slide26.xml" Id="R06f6bb9036f54468" /><Relationship Type="http://schemas.openxmlformats.org/officeDocument/2006/relationships/slide" Target="/ppt/slides/slide27.xml" Id="R53fc06fd53a54ea9" /><Relationship Type="http://schemas.openxmlformats.org/officeDocument/2006/relationships/slide" Target="/ppt/slides/slide28.xml" Id="R3ec992399cfd4b86" /><Relationship Type="http://schemas.openxmlformats.org/officeDocument/2006/relationships/slide" Target="/ppt/slides/slide29.xml" Id="R06d66012ada04889" /><Relationship Type="http://schemas.openxmlformats.org/officeDocument/2006/relationships/slide" Target="/ppt/slides/slide30.xml" Id="R36d0d7e04ac14286" /><Relationship Type="http://schemas.openxmlformats.org/officeDocument/2006/relationships/slide" Target="/ppt/slides/slide31.xml" Id="Rfcddcfba2adb43a1" /><Relationship Type="http://schemas.openxmlformats.org/officeDocument/2006/relationships/slide" Target="/ppt/slides/slide32.xml" Id="Rb8b1cec0f7524d3b" /><Relationship Type="http://schemas.openxmlformats.org/officeDocument/2006/relationships/slide" Target="/ppt/slides/slide33.xml" Id="Rd2b26dd35bbe4148" /><Relationship Type="http://schemas.openxmlformats.org/officeDocument/2006/relationships/slide" Target="/ppt/slides/slide34.xml" Id="R271d379f98d847c0" /><Relationship Type="http://schemas.openxmlformats.org/officeDocument/2006/relationships/slide" Target="/ppt/slides/slide35.xml" Id="R75a0c4d7b1ea45e5" /><Relationship Type="http://schemas.openxmlformats.org/officeDocument/2006/relationships/slide" Target="/ppt/slides/slide36.xml" Id="R92198913cca14577" /><Relationship Type="http://schemas.openxmlformats.org/officeDocument/2006/relationships/slide" Target="/ppt/slides/slide37.xml" Id="Rf3e94c2a8e774a2e" /><Relationship Type="http://schemas.openxmlformats.org/officeDocument/2006/relationships/slide" Target="/ppt/slides/slide38.xml" Id="R49f46a5abd7a4170" /><Relationship Type="http://schemas.openxmlformats.org/officeDocument/2006/relationships/slide" Target="/ppt/slides/slide39.xml" Id="Ra30fade468254d90" /><Relationship Type="http://schemas.openxmlformats.org/officeDocument/2006/relationships/slide" Target="/ppt/slides/slide40.xml" Id="R8dc6dda3d40b4cae" /><Relationship Type="http://schemas.openxmlformats.org/officeDocument/2006/relationships/slide" Target="/ppt/slides/slide41.xml" Id="R614e6dad45af4d88" /><Relationship Type="http://schemas.openxmlformats.org/officeDocument/2006/relationships/slide" Target="/ppt/slides/slide42.xml" Id="Re90354ccc07344d2" /><Relationship Type="http://schemas.openxmlformats.org/officeDocument/2006/relationships/slide" Target="/ppt/slides/slide43.xml" Id="R6af04ed48e944d5a" /><Relationship Type="http://schemas.openxmlformats.org/officeDocument/2006/relationships/slide" Target="/ppt/slides/slide44.xml" Id="R37f3a917e56b4578" /><Relationship Type="http://schemas.openxmlformats.org/officeDocument/2006/relationships/slide" Target="/ppt/slides/slide45.xml" Id="R03978ef6c48e4473" /><Relationship Type="http://schemas.openxmlformats.org/officeDocument/2006/relationships/slide" Target="/ppt/slides/slide46.xml" Id="Rb6027a22b81346e7" /><Relationship Type="http://schemas.openxmlformats.org/officeDocument/2006/relationships/slide" Target="/ppt/slides/slide47.xml" Id="R19641d7d1dd34280" /><Relationship Type="http://schemas.openxmlformats.org/officeDocument/2006/relationships/slide" Target="/ppt/slides/slide48.xml" Id="R93689a0aea9342ee" /><Relationship Type="http://schemas.openxmlformats.org/officeDocument/2006/relationships/slide" Target="/ppt/slides/slide49.xml" Id="R45dc84b10b0842b4" /><Relationship Type="http://schemas.openxmlformats.org/officeDocument/2006/relationships/slide" Target="/ppt/slides/slide50.xml" Id="R2be4a8f0ed834a13" /><Relationship Type="http://schemas.openxmlformats.org/officeDocument/2006/relationships/slide" Target="/ppt/slides/slide51.xml" Id="R2c0baa1853ad407d" /><Relationship Type="http://schemas.openxmlformats.org/officeDocument/2006/relationships/slide" Target="/ppt/slides/slide52.xml" Id="R41674c16af4b40be" /><Relationship Type="http://schemas.openxmlformats.org/officeDocument/2006/relationships/slide" Target="/ppt/slides/slide53.xml" Id="R80f32920a09a44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152e999db34c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efeb433523426a" /><Relationship Type="http://schemas.openxmlformats.org/officeDocument/2006/relationships/notesMaster" Target="/ppt/notesMasters/notesMaster1.xml" Id="Re40f35ce95f048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b2766792634dd2" /><Relationship Type="http://schemas.openxmlformats.org/officeDocument/2006/relationships/notesMaster" Target="/ppt/notesMasters/notesMaster1.xml" Id="R25c10174edfa48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c9dc48fb264bf5" /><Relationship Type="http://schemas.openxmlformats.org/officeDocument/2006/relationships/notesMaster" Target="/ppt/notesMasters/notesMaster1.xml" Id="Rb7e410d64b414c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7690a8419f46b0" /><Relationship Type="http://schemas.openxmlformats.org/officeDocument/2006/relationships/notesMaster" Target="/ppt/notesMasters/notesMaster1.xml" Id="R126a74a350a940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fb55e5149e440e" /><Relationship Type="http://schemas.openxmlformats.org/officeDocument/2006/relationships/notesMaster" Target="/ppt/notesMasters/notesMaster1.xml" Id="R1227ef9b4b9544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250664966b48a7" /><Relationship Type="http://schemas.openxmlformats.org/officeDocument/2006/relationships/notesMaster" Target="/ppt/notesMasters/notesMaster1.xml" Id="Rb9f1b1eb1fa74b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02b35ae72b4fa8" /><Relationship Type="http://schemas.openxmlformats.org/officeDocument/2006/relationships/notesMaster" Target="/ppt/notesMasters/notesMaster1.xml" Id="Rf2c7fa54b3c342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e56cac7db840c9" /><Relationship Type="http://schemas.openxmlformats.org/officeDocument/2006/relationships/notesMaster" Target="/ppt/notesMasters/notesMaster1.xml" Id="Rca9fa006006a4a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c9d84703994c14" /><Relationship Type="http://schemas.openxmlformats.org/officeDocument/2006/relationships/notesMaster" Target="/ppt/notesMasters/notesMaster1.xml" Id="R641688e7528545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a24dca5a52c4c43" /><Relationship Type="http://schemas.openxmlformats.org/officeDocument/2006/relationships/notesMaster" Target="/ppt/notesMasters/notesMaster1.xml" Id="R6433a2b6b4d0495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41a67deb434cf4" /><Relationship Type="http://schemas.openxmlformats.org/officeDocument/2006/relationships/notesMaster" Target="/ppt/notesMasters/notesMaster1.xml" Id="Ra87ccb14da6a479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0dbf470b9740d6" /><Relationship Type="http://schemas.openxmlformats.org/officeDocument/2006/relationships/notesMaster" Target="/ppt/notesMasters/notesMaster1.xml" Id="Rf47e9a10b59d4b2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a852bac982d4a53" /><Relationship Type="http://schemas.openxmlformats.org/officeDocument/2006/relationships/notesMaster" Target="/ppt/notesMasters/notesMaster1.xml" Id="R237fa81cea71496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f896748fd564f4c" /><Relationship Type="http://schemas.openxmlformats.org/officeDocument/2006/relationships/notesMaster" Target="/ppt/notesMasters/notesMaster1.xml" Id="R1e4ae0f6192d42b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01b6218c15c4723" /><Relationship Type="http://schemas.openxmlformats.org/officeDocument/2006/relationships/notesMaster" Target="/ppt/notesMasters/notesMaster1.xml" Id="Rf609e8b32757469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883b918ab704151" /><Relationship Type="http://schemas.openxmlformats.org/officeDocument/2006/relationships/notesMaster" Target="/ppt/notesMasters/notesMaster1.xml" Id="Rd031333aeb9f4ac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4ca9e9d6b984173" /><Relationship Type="http://schemas.openxmlformats.org/officeDocument/2006/relationships/notesMaster" Target="/ppt/notesMasters/notesMaster1.xml" Id="Re7d8e4a92e90416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64e827ee69d4e03" /><Relationship Type="http://schemas.openxmlformats.org/officeDocument/2006/relationships/notesMaster" Target="/ppt/notesMasters/notesMaster1.xml" Id="R5c0cd5ce143846f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e5dd72611e64d71" /><Relationship Type="http://schemas.openxmlformats.org/officeDocument/2006/relationships/notesMaster" Target="/ppt/notesMasters/notesMaster1.xml" Id="Rf99298d72d104ae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3dd4d025a9e4156" /><Relationship Type="http://schemas.openxmlformats.org/officeDocument/2006/relationships/notesMaster" Target="/ppt/notesMasters/notesMaster1.xml" Id="R8a5f715bebea44e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1b2e215f9514fc5" /><Relationship Type="http://schemas.openxmlformats.org/officeDocument/2006/relationships/notesMaster" Target="/ppt/notesMasters/notesMaster1.xml" Id="Rcfd28d5fab5b479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233c10f427d4f15" /><Relationship Type="http://schemas.openxmlformats.org/officeDocument/2006/relationships/notesMaster" Target="/ppt/notesMasters/notesMaster1.xml" Id="R03b29d07dc064d1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2ef25394d894d79" /><Relationship Type="http://schemas.openxmlformats.org/officeDocument/2006/relationships/notesMaster" Target="/ppt/notesMasters/notesMaster1.xml" Id="R8180d234101d404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786e980221143c5" /><Relationship Type="http://schemas.openxmlformats.org/officeDocument/2006/relationships/notesMaster" Target="/ppt/notesMasters/notesMaster1.xml" Id="R68c3023951cf400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f7e75831c864eec" /><Relationship Type="http://schemas.openxmlformats.org/officeDocument/2006/relationships/notesMaster" Target="/ppt/notesMasters/notesMaster1.xml" Id="R8693a4b5002e42f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45d68c274a241da" /><Relationship Type="http://schemas.openxmlformats.org/officeDocument/2006/relationships/notesMaster" Target="/ppt/notesMasters/notesMaster1.xml" Id="Rf9faad076e394fa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bdf3e04dc60434a" /><Relationship Type="http://schemas.openxmlformats.org/officeDocument/2006/relationships/notesMaster" Target="/ppt/notesMasters/notesMaster1.xml" Id="R032870338d8c403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b17abc8856a42f2" /><Relationship Type="http://schemas.openxmlformats.org/officeDocument/2006/relationships/notesMaster" Target="/ppt/notesMasters/notesMaster1.xml" Id="Rd2886bcdb019467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0da7c2976a64bee" /><Relationship Type="http://schemas.openxmlformats.org/officeDocument/2006/relationships/notesMaster" Target="/ppt/notesMasters/notesMaster1.xml" Id="R5412e97302a345a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3a9834b16604441" /><Relationship Type="http://schemas.openxmlformats.org/officeDocument/2006/relationships/notesMaster" Target="/ppt/notesMasters/notesMaster1.xml" Id="Rf875bb6335524aa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6560c66615f4b1e" /><Relationship Type="http://schemas.openxmlformats.org/officeDocument/2006/relationships/notesMaster" Target="/ppt/notesMasters/notesMaster1.xml" Id="R5a5af4f1a9e04d7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9e86c87113b4b08" /><Relationship Type="http://schemas.openxmlformats.org/officeDocument/2006/relationships/notesMaster" Target="/ppt/notesMasters/notesMaster1.xml" Id="R4b7daf66b6ce435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bcb50e1ca8c49a1" /><Relationship Type="http://schemas.openxmlformats.org/officeDocument/2006/relationships/notesMaster" Target="/ppt/notesMasters/notesMaster1.xml" Id="R30d386383e59456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261465b71204fec" /><Relationship Type="http://schemas.openxmlformats.org/officeDocument/2006/relationships/notesMaster" Target="/ppt/notesMasters/notesMaster1.xml" Id="R3698cc2e9a93458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849b8b6c7ec4cc2" /><Relationship Type="http://schemas.openxmlformats.org/officeDocument/2006/relationships/notesMaster" Target="/ppt/notesMasters/notesMaster1.xml" Id="R84524d24876b491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a65fddcc0c946ea" /><Relationship Type="http://schemas.openxmlformats.org/officeDocument/2006/relationships/notesMaster" Target="/ppt/notesMasters/notesMaster1.xml" Id="Rf21721e842544fa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9cdb26503aa443f" /><Relationship Type="http://schemas.openxmlformats.org/officeDocument/2006/relationships/notesMaster" Target="/ppt/notesMasters/notesMaster1.xml" Id="R168498842e0a460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c51752820e34ca8" /><Relationship Type="http://schemas.openxmlformats.org/officeDocument/2006/relationships/notesMaster" Target="/ppt/notesMasters/notesMaster1.xml" Id="Rea356159c9d3481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e25e0a9039d499e" /><Relationship Type="http://schemas.openxmlformats.org/officeDocument/2006/relationships/notesMaster" Target="/ppt/notesMasters/notesMaster1.xml" Id="Ra8623034e892484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dd5f33499064466" /><Relationship Type="http://schemas.openxmlformats.org/officeDocument/2006/relationships/notesMaster" Target="/ppt/notesMasters/notesMaster1.xml" Id="R2643e4c911d843db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77ea62baa2c24844" /><Relationship Type="http://schemas.openxmlformats.org/officeDocument/2006/relationships/notesMaster" Target="/ppt/notesMasters/notesMaster1.xml" Id="Rba48c9f8a55e4029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929119dcd2042c3" /><Relationship Type="http://schemas.openxmlformats.org/officeDocument/2006/relationships/notesMaster" Target="/ppt/notesMasters/notesMaster1.xml" Id="R681997933ccf4563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bedd81cdeb7e4786" /><Relationship Type="http://schemas.openxmlformats.org/officeDocument/2006/relationships/notesMaster" Target="/ppt/notesMasters/notesMaster1.xml" Id="R835e2211877641b9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a9fc2f3329684494" /><Relationship Type="http://schemas.openxmlformats.org/officeDocument/2006/relationships/notesMaster" Target="/ppt/notesMasters/notesMaster1.xml" Id="Raf4db936496940ac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732127e584544ed5" /><Relationship Type="http://schemas.openxmlformats.org/officeDocument/2006/relationships/notesMaster" Target="/ppt/notesMasters/notesMaster1.xml" Id="R7aeab88d8527400b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23994f5af0aa475f" /><Relationship Type="http://schemas.openxmlformats.org/officeDocument/2006/relationships/notesMaster" Target="/ppt/notesMasters/notesMaster1.xml" Id="R5aefc3a6d6df4869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5fa35a6b9ac14eab" /><Relationship Type="http://schemas.openxmlformats.org/officeDocument/2006/relationships/notesMaster" Target="/ppt/notesMasters/notesMaster1.xml" Id="Rdd6c491e98f24c17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2238b6fb0687444c" /><Relationship Type="http://schemas.openxmlformats.org/officeDocument/2006/relationships/notesMaster" Target="/ppt/notesMasters/notesMaster1.xml" Id="R85c3d7dbd9194e97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c2f8627434aa4eee" /><Relationship Type="http://schemas.openxmlformats.org/officeDocument/2006/relationships/notesMaster" Target="/ppt/notesMasters/notesMaster1.xml" Id="R6c7091a5a9e44ff3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a6124af39f664ec1" /><Relationship Type="http://schemas.openxmlformats.org/officeDocument/2006/relationships/notesMaster" Target="/ppt/notesMasters/notesMaster1.xml" Id="Rfa3228cef6404129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9190c461ae5f40f1" /><Relationship Type="http://schemas.openxmlformats.org/officeDocument/2006/relationships/notesMaster" Target="/ppt/notesMasters/notesMaster1.xml" Id="Rb4b211c1ed3a47cd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6707e914ba0848b6" /><Relationship Type="http://schemas.openxmlformats.org/officeDocument/2006/relationships/notesMaster" Target="/ppt/notesMasters/notesMaster1.xml" Id="Ra017e045da3b422b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4628c36ab5d94ea9" /><Relationship Type="http://schemas.openxmlformats.org/officeDocument/2006/relationships/notesMaster" Target="/ppt/notesMasters/notesMaster1.xml" Id="R6b5b30a4b5d847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66a5ff12b54d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0c527989044af8" /><Relationship Type="http://schemas.openxmlformats.org/officeDocument/2006/relationships/slideLayout" Target="/ppt/slideLayouts/slideLayout1.xml" Id="R8315a863043746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15a863043746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d271a228c452c" /><Relationship Type="http://schemas.openxmlformats.org/officeDocument/2006/relationships/image" Target="/ppt/media/image.bin" Id="R886e81de92c7498c" /><Relationship Type="http://schemas.openxmlformats.org/officeDocument/2006/relationships/notesSlide" Target="/ppt/notesSlides/notesSlide1.xml" Id="Rba8ee707003b48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b96c85658417a" /><Relationship Type="http://schemas.openxmlformats.org/officeDocument/2006/relationships/notesSlide" Target="/ppt/notesSlides/notesSlide2.xml" Id="Rd44a7d351b184f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27585c65a4069" /><Relationship Type="http://schemas.openxmlformats.org/officeDocument/2006/relationships/notesSlide" Target="/ppt/notesSlides/notesSlide3.xml" Id="Red3ac16b49734e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4efd322eb43fb" /><Relationship Type="http://schemas.openxmlformats.org/officeDocument/2006/relationships/image" Target="/ppt/media/image.jpeg" Id="Re1b57afa9c614b8a" /><Relationship Type="http://schemas.openxmlformats.org/officeDocument/2006/relationships/notesSlide" Target="/ppt/notesSlides/notesSlide4.xml" Id="Rca53ae8de74b4d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27dce76844c23" /><Relationship Type="http://schemas.openxmlformats.org/officeDocument/2006/relationships/image" Target="/ppt/media/image2.jpeg" Id="R7f34fd9118c44b56" /><Relationship Type="http://schemas.openxmlformats.org/officeDocument/2006/relationships/notesSlide" Target="/ppt/notesSlides/notesSlide5.xml" Id="R676e596277384b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6be21bdac4a9e" /><Relationship Type="http://schemas.openxmlformats.org/officeDocument/2006/relationships/image" Target="/ppt/media/image3.jpeg" Id="R33a4aec171094bc4" /><Relationship Type="http://schemas.openxmlformats.org/officeDocument/2006/relationships/notesSlide" Target="/ppt/notesSlides/notesSlide6.xml" Id="Rcca17260f53042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5aeed8d9a4532" /><Relationship Type="http://schemas.openxmlformats.org/officeDocument/2006/relationships/image" Target="/ppt/media/image4.jpeg" Id="R34cbc1ad95294754" /><Relationship Type="http://schemas.openxmlformats.org/officeDocument/2006/relationships/notesSlide" Target="/ppt/notesSlides/notesSlide7.xml" Id="R969f85b7139346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5eaafa60f64f26" /><Relationship Type="http://schemas.openxmlformats.org/officeDocument/2006/relationships/image" Target="/ppt/media/image5.jpeg" Id="R867ffe023f054d52" /><Relationship Type="http://schemas.openxmlformats.org/officeDocument/2006/relationships/notesSlide" Target="/ppt/notesSlides/notesSlide8.xml" Id="Rd27f2df34a174e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6b43a8f33492a" /><Relationship Type="http://schemas.openxmlformats.org/officeDocument/2006/relationships/image" Target="/ppt/media/image6.jpeg" Id="Rcfaf80a433d646f3" /><Relationship Type="http://schemas.openxmlformats.org/officeDocument/2006/relationships/notesSlide" Target="/ppt/notesSlides/notesSlide9.xml" Id="R063185fb3a814d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ef09742774789" /><Relationship Type="http://schemas.openxmlformats.org/officeDocument/2006/relationships/image" Target="/ppt/media/image7.jpeg" Id="Rce56f3af83c64b48" /><Relationship Type="http://schemas.openxmlformats.org/officeDocument/2006/relationships/notesSlide" Target="/ppt/notesSlides/notesSlide10.xml" Id="R6b875c9f5be34b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fef0054685418d" /><Relationship Type="http://schemas.openxmlformats.org/officeDocument/2006/relationships/image" Target="/ppt/media/image8.jpeg" Id="R6031e30355a74c4b" /><Relationship Type="http://schemas.openxmlformats.org/officeDocument/2006/relationships/notesSlide" Target="/ppt/notesSlides/notesSlide11.xml" Id="Ref505554fa1d4e5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e486e538648df" /><Relationship Type="http://schemas.openxmlformats.org/officeDocument/2006/relationships/image" Target="/ppt/media/image9.jpeg" Id="R9753ffed3f0d46c8" /><Relationship Type="http://schemas.openxmlformats.org/officeDocument/2006/relationships/notesSlide" Target="/ppt/notesSlides/notesSlide12.xml" Id="R9f2b2465e2d8490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4a6e078cf498f" /><Relationship Type="http://schemas.openxmlformats.org/officeDocument/2006/relationships/image" Target="/ppt/media/image10.jpeg" Id="R1a328772ce6145a2" /><Relationship Type="http://schemas.openxmlformats.org/officeDocument/2006/relationships/notesSlide" Target="/ppt/notesSlides/notesSlide13.xml" Id="R3ade2f295083415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537b8029f4d21" /><Relationship Type="http://schemas.openxmlformats.org/officeDocument/2006/relationships/image" Target="/ppt/media/image11.jpeg" Id="R80d161c5e28043e0" /><Relationship Type="http://schemas.openxmlformats.org/officeDocument/2006/relationships/notesSlide" Target="/ppt/notesSlides/notesSlide14.xml" Id="Rea3b6769dee845d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0a88a5e8b4e1c" /><Relationship Type="http://schemas.openxmlformats.org/officeDocument/2006/relationships/image" Target="/ppt/media/image12.jpeg" Id="Rc2d9f52d80794419" /><Relationship Type="http://schemas.openxmlformats.org/officeDocument/2006/relationships/notesSlide" Target="/ppt/notesSlides/notesSlide15.xml" Id="R95a46d7b6e324f1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fd536a8774269" /><Relationship Type="http://schemas.openxmlformats.org/officeDocument/2006/relationships/notesSlide" Target="/ppt/notesSlides/notesSlide16.xml" Id="R5eaf8462c4a247e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b0ed7d6a346c8" /><Relationship Type="http://schemas.openxmlformats.org/officeDocument/2006/relationships/image" Target="/ppt/media/image13.jpeg" Id="R470a3636cb0240a5" /><Relationship Type="http://schemas.openxmlformats.org/officeDocument/2006/relationships/notesSlide" Target="/ppt/notesSlides/notesSlide17.xml" Id="R4fe9ec1a5afc4b2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b44cc978e4ebf" /><Relationship Type="http://schemas.openxmlformats.org/officeDocument/2006/relationships/image" Target="/ppt/media/image14.jpeg" Id="R9e2b37352bcc452d" /><Relationship Type="http://schemas.openxmlformats.org/officeDocument/2006/relationships/notesSlide" Target="/ppt/notesSlides/notesSlide18.xml" Id="R42fb9b0b8841420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615c05d0644b97" /><Relationship Type="http://schemas.openxmlformats.org/officeDocument/2006/relationships/image" Target="/ppt/media/image15.jpeg" Id="R3cb43cc1b5a342a4" /><Relationship Type="http://schemas.openxmlformats.org/officeDocument/2006/relationships/notesSlide" Target="/ppt/notesSlides/notesSlide19.xml" Id="Rcb60de0e91ae4b3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95843aeab447e" /><Relationship Type="http://schemas.openxmlformats.org/officeDocument/2006/relationships/image" Target="/ppt/media/image16.jpeg" Id="Rf47ed61da7364a08" /><Relationship Type="http://schemas.openxmlformats.org/officeDocument/2006/relationships/notesSlide" Target="/ppt/notesSlides/notesSlide20.xml" Id="R6f56287253a84b0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4a8518c04425a" /><Relationship Type="http://schemas.openxmlformats.org/officeDocument/2006/relationships/image" Target="/ppt/media/image17.jpeg" Id="Rb72f935ca4ad45dc" /><Relationship Type="http://schemas.openxmlformats.org/officeDocument/2006/relationships/notesSlide" Target="/ppt/notesSlides/notesSlide21.xml" Id="Rd2c014829c1a4f0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e53a44fa644b62" /><Relationship Type="http://schemas.openxmlformats.org/officeDocument/2006/relationships/image" Target="/ppt/media/image18.jpeg" Id="Rd79c297562f24767" /><Relationship Type="http://schemas.openxmlformats.org/officeDocument/2006/relationships/notesSlide" Target="/ppt/notesSlides/notesSlide22.xml" Id="Rd997505d9ba64d1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2b2811be04fd4" /><Relationship Type="http://schemas.openxmlformats.org/officeDocument/2006/relationships/image" Target="/ppt/media/image19.jpeg" Id="Rff6c56daef6f4b58" /><Relationship Type="http://schemas.openxmlformats.org/officeDocument/2006/relationships/notesSlide" Target="/ppt/notesSlides/notesSlide23.xml" Id="R5bfc7ed2f4304de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486854145d4a12" /><Relationship Type="http://schemas.openxmlformats.org/officeDocument/2006/relationships/image" Target="/ppt/media/image20.jpeg" Id="Rc9f10bfe5bb64e38" /><Relationship Type="http://schemas.openxmlformats.org/officeDocument/2006/relationships/notesSlide" Target="/ppt/notesSlides/notesSlide24.xml" Id="R3fe478f8122e4be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3b40768cc471c" /><Relationship Type="http://schemas.openxmlformats.org/officeDocument/2006/relationships/image" Target="/ppt/media/image21.jpeg" Id="R40d850265f914b46" /><Relationship Type="http://schemas.openxmlformats.org/officeDocument/2006/relationships/notesSlide" Target="/ppt/notesSlides/notesSlide25.xml" Id="Rfd7ab4e233e0466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ecd04b9244646" /><Relationship Type="http://schemas.openxmlformats.org/officeDocument/2006/relationships/image" Target="/ppt/media/image22.jpeg" Id="R282c07f9404c45cc" /><Relationship Type="http://schemas.openxmlformats.org/officeDocument/2006/relationships/notesSlide" Target="/ppt/notesSlides/notesSlide26.xml" Id="R7022f31186d1488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67f6dad084058" /><Relationship Type="http://schemas.openxmlformats.org/officeDocument/2006/relationships/image" Target="/ppt/media/image23.jpeg" Id="R145157bc1d614e6f" /><Relationship Type="http://schemas.openxmlformats.org/officeDocument/2006/relationships/notesSlide" Target="/ppt/notesSlides/notesSlide27.xml" Id="Rea2f07ea9c4c43c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ef2a89a0d4104" /><Relationship Type="http://schemas.openxmlformats.org/officeDocument/2006/relationships/notesSlide" Target="/ppt/notesSlides/notesSlide28.xml" Id="R6002c1b1ca0a47c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12c9614c94411" /><Relationship Type="http://schemas.openxmlformats.org/officeDocument/2006/relationships/image" Target="/ppt/media/image24.jpeg" Id="Re8faa0530dbc4eed" /><Relationship Type="http://schemas.openxmlformats.org/officeDocument/2006/relationships/notesSlide" Target="/ppt/notesSlides/notesSlide29.xml" Id="R88a159ed343f499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ce9360b92469a" /><Relationship Type="http://schemas.openxmlformats.org/officeDocument/2006/relationships/image" Target="/ppt/media/image25.jpeg" Id="R120fc6d096b044a3" /><Relationship Type="http://schemas.openxmlformats.org/officeDocument/2006/relationships/notesSlide" Target="/ppt/notesSlides/notesSlide30.xml" Id="R9c97660fe7bc4e5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4181615b940d5" /><Relationship Type="http://schemas.openxmlformats.org/officeDocument/2006/relationships/image" Target="/ppt/media/image26.jpeg" Id="R988ba6f1d1224915" /><Relationship Type="http://schemas.openxmlformats.org/officeDocument/2006/relationships/notesSlide" Target="/ppt/notesSlides/notesSlide31.xml" Id="R32a48c80a73c427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d8d92e0c54dc1" /><Relationship Type="http://schemas.openxmlformats.org/officeDocument/2006/relationships/image" Target="/ppt/media/image27.jpeg" Id="R0395a73016ce4e12" /><Relationship Type="http://schemas.openxmlformats.org/officeDocument/2006/relationships/notesSlide" Target="/ppt/notesSlides/notesSlide32.xml" Id="Re9e1970a3d14431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23d7b40344cfe" /><Relationship Type="http://schemas.openxmlformats.org/officeDocument/2006/relationships/image" Target="/ppt/media/image28.jpeg" Id="Rb691225b073f437b" /><Relationship Type="http://schemas.openxmlformats.org/officeDocument/2006/relationships/notesSlide" Target="/ppt/notesSlides/notesSlide33.xml" Id="R8e2efd05073e485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a02fa9b354571" /><Relationship Type="http://schemas.openxmlformats.org/officeDocument/2006/relationships/image" Target="/ppt/media/image29.jpeg" Id="R4911bfde13f34fce" /><Relationship Type="http://schemas.openxmlformats.org/officeDocument/2006/relationships/notesSlide" Target="/ppt/notesSlides/notesSlide34.xml" Id="R4c78809719ee4c8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da8fd7a6b44d6" /><Relationship Type="http://schemas.openxmlformats.org/officeDocument/2006/relationships/image" Target="/ppt/media/image30.jpeg" Id="R0984527cff5f4efa" /><Relationship Type="http://schemas.openxmlformats.org/officeDocument/2006/relationships/notesSlide" Target="/ppt/notesSlides/notesSlide35.xml" Id="Rd5b4284aeea040b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62f96f38d413c" /><Relationship Type="http://schemas.openxmlformats.org/officeDocument/2006/relationships/image" Target="/ppt/media/image31.jpeg" Id="Rab89ae0db6ca463e" /><Relationship Type="http://schemas.openxmlformats.org/officeDocument/2006/relationships/notesSlide" Target="/ppt/notesSlides/notesSlide36.xml" Id="R47768ec57dfa46e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d6ab087304183" /><Relationship Type="http://schemas.openxmlformats.org/officeDocument/2006/relationships/image" Target="/ppt/media/image32.jpeg" Id="R32bce6d450044c9e" /><Relationship Type="http://schemas.openxmlformats.org/officeDocument/2006/relationships/notesSlide" Target="/ppt/notesSlides/notesSlide37.xml" Id="R0306426d22ed4df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cc103bc9ec41ef" /><Relationship Type="http://schemas.openxmlformats.org/officeDocument/2006/relationships/image" Target="/ppt/media/image33.jpeg" Id="R98d2840b4f444797" /><Relationship Type="http://schemas.openxmlformats.org/officeDocument/2006/relationships/notesSlide" Target="/ppt/notesSlides/notesSlide38.xml" Id="R4f76684054f248f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852a1f43a4930" /><Relationship Type="http://schemas.openxmlformats.org/officeDocument/2006/relationships/image" Target="/ppt/media/image34.jpeg" Id="R01304a2d16074af3" /><Relationship Type="http://schemas.openxmlformats.org/officeDocument/2006/relationships/notesSlide" Target="/ppt/notesSlides/notesSlide39.xml" Id="R030fec2ea303433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b669ff2c9c46e8" /><Relationship Type="http://schemas.openxmlformats.org/officeDocument/2006/relationships/image" Target="/ppt/media/image35.jpeg" Id="Rd2a849ee932942fc" /><Relationship Type="http://schemas.openxmlformats.org/officeDocument/2006/relationships/notesSlide" Target="/ppt/notesSlides/notesSlide40.xml" Id="Rcf90a209186e476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b42a685884819" /><Relationship Type="http://schemas.openxmlformats.org/officeDocument/2006/relationships/image" Target="/ppt/media/image36.jpeg" Id="Re49176fc19454eae" /><Relationship Type="http://schemas.openxmlformats.org/officeDocument/2006/relationships/notesSlide" Target="/ppt/notesSlides/notesSlide41.xml" Id="R981e31811546438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0af2a5060443d" /><Relationship Type="http://schemas.openxmlformats.org/officeDocument/2006/relationships/image" Target="/ppt/media/image37.jpeg" Id="R05f24b3642794b21" /><Relationship Type="http://schemas.openxmlformats.org/officeDocument/2006/relationships/notesSlide" Target="/ppt/notesSlides/notesSlide42.xml" Id="R94cb1b952516460b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25437155204b40" /><Relationship Type="http://schemas.openxmlformats.org/officeDocument/2006/relationships/notesSlide" Target="/ppt/notesSlides/notesSlide43.xml" Id="R7c7786c4ef7c4343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81897e80f64f8c" /><Relationship Type="http://schemas.openxmlformats.org/officeDocument/2006/relationships/image" Target="/ppt/media/image38.jpeg" Id="Rfcf4347225634bb8" /><Relationship Type="http://schemas.openxmlformats.org/officeDocument/2006/relationships/notesSlide" Target="/ppt/notesSlides/notesSlide44.xml" Id="R1bbdab0bef4545f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f81d3a48d4d93" /><Relationship Type="http://schemas.openxmlformats.org/officeDocument/2006/relationships/image" Target="/ppt/media/image39.jpeg" Id="R67806f85e9574902" /><Relationship Type="http://schemas.openxmlformats.org/officeDocument/2006/relationships/notesSlide" Target="/ppt/notesSlides/notesSlide45.xml" Id="Rfc3a56ac6e8f41d3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36870fd3f45ee" /><Relationship Type="http://schemas.openxmlformats.org/officeDocument/2006/relationships/image" Target="/ppt/media/image40.jpeg" Id="R87ba57d80a2b42d6" /><Relationship Type="http://schemas.openxmlformats.org/officeDocument/2006/relationships/notesSlide" Target="/ppt/notesSlides/notesSlide46.xml" Id="R09a5140c3b644702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ee8644edc4cb0" /><Relationship Type="http://schemas.openxmlformats.org/officeDocument/2006/relationships/image" Target="/ppt/media/image41.jpeg" Id="R41268f2878904dd5" /><Relationship Type="http://schemas.openxmlformats.org/officeDocument/2006/relationships/notesSlide" Target="/ppt/notesSlides/notesSlide47.xml" Id="R5d7cfd9294e74e92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98c29da0044fc8" /><Relationship Type="http://schemas.openxmlformats.org/officeDocument/2006/relationships/image" Target="/ppt/media/image42.jpeg" Id="Rcfdb758f86434949" /><Relationship Type="http://schemas.openxmlformats.org/officeDocument/2006/relationships/notesSlide" Target="/ppt/notesSlides/notesSlide48.xml" Id="Re2ccf95887114fc6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de1cb98a474364" /><Relationship Type="http://schemas.openxmlformats.org/officeDocument/2006/relationships/image" Target="/ppt/media/image43.jpeg" Id="Rc95673dfa91c46d7" /><Relationship Type="http://schemas.openxmlformats.org/officeDocument/2006/relationships/notesSlide" Target="/ppt/notesSlides/notesSlide49.xml" Id="Re757c7ec46cd42fc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1926bf1e9424e" /><Relationship Type="http://schemas.openxmlformats.org/officeDocument/2006/relationships/image" Target="/ppt/media/image44.jpeg" Id="Rbc417a9cd5b14415" /><Relationship Type="http://schemas.openxmlformats.org/officeDocument/2006/relationships/notesSlide" Target="/ppt/notesSlides/notesSlide50.xml" Id="R073c117096264fd3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901c2cf5d4ef5" /><Relationship Type="http://schemas.openxmlformats.org/officeDocument/2006/relationships/image" Target="/ppt/media/image45.jpeg" Id="R0b6f06833b134be6" /><Relationship Type="http://schemas.openxmlformats.org/officeDocument/2006/relationships/notesSlide" Target="/ppt/notesSlides/notesSlide51.xml" Id="R24a75003abdc49f7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1fd08f33a46f6" /><Relationship Type="http://schemas.openxmlformats.org/officeDocument/2006/relationships/image" Target="/ppt/media/image46.jpeg" Id="R51a2610d31a44ebe" /><Relationship Type="http://schemas.openxmlformats.org/officeDocument/2006/relationships/notesSlide" Target="/ppt/notesSlides/notesSlide52.xml" Id="R7e486b2073ff4385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59d6c888540d8" /><Relationship Type="http://schemas.openxmlformats.org/officeDocument/2006/relationships/notesSlide" Target="/ppt/notesSlides/notesSlide53.xml" Id="Rfa76272c94dd40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88543277-F2FD-4E7A-AD26-236449BF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EZEEFIN  /  CUSTOMER WALKTHROUGH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5B1E3E7-7738-405C-9DEA-AF2AAC39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334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30"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One connected</a:t>
            </a:r>
          </a:p>
          <a:p xmlns:a="http://schemas.openxmlformats.org/drawingml/2006/main">
            <a:pPr>
              <a:defRPr sz="51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concierge journey.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C277C14-AE13-4665-A183-7AC6E74B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A complete page-by-page demonstration plan for the public site, customer account and staff operations platform.</a:t>
            </a:r>
          </a:p>
        </p:txBody>
      </p:sp>
      <p:sp>
        <p:nvSpPr>
          <p:cNvPr id="4" name="cover-image-frame">
            <a:extLst xmlns:a="http://schemas.openxmlformats.org/drawingml/2006/main">
              <a:ext uri="{FF2B5EF4-FFF2-40B4-BE49-F238E27FC236}">
                <a16:creationId xmlns:a16="http://schemas.microsoft.com/office/drawing/2014/main" id="{B258AB2F-F58D-47D2-BC9E-04C5557B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"/>
            <a:ext cx="56007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6e81de92c7498c"/>
          <a:srcRect xmlns:a="http://schemas.openxmlformats.org/drawingml/2006/main" l="26276" t="0" r="262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00050"/>
            <a:ext cx="5600700" cy="5600700"/>
          </a:xfrm>
          <a:prstGeom xmlns:a="http://schemas.openxmlformats.org/drawingml/2006/main" prst="rect">
            <a:avLst/>
          </a:prstGeom>
        </p:spPr>
      </p:pic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48011013-2DBF-4876-A5F9-74E6DAF9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Synthetic-data demonstration</a:t>
            </a:r>
          </a:p>
        </p:txBody>
      </p:sp>
    </p:spTree>
    <p:extLst>
      <p:ext uri="{BB962C8B-B14F-4D97-AF65-F5344CB8AC3E}">
        <p14:creationId xmlns:p14="http://schemas.microsoft.com/office/powerpoint/2010/main" val="11416329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map-title">
            <a:extLst xmlns:a="http://schemas.openxmlformats.org/drawingml/2006/main">
              <a:ext uri="{FF2B5EF4-FFF2-40B4-BE49-F238E27FC236}">
                <a16:creationId xmlns:a16="http://schemas.microsoft.com/office/drawing/2014/main" id="{00697145-1F70-4C0E-B6D8-ACF3122D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The experience moves from promise to proof.</a:t>
            </a:r>
          </a:p>
        </p:txBody>
      </p:sp>
      <p:sp>
        <p:nvSpPr>
          <p:cNvPr id="2" name="map-body">
            <a:extLst xmlns:a="http://schemas.openxmlformats.org/drawingml/2006/main">
              <a:ext uri="{FF2B5EF4-FFF2-40B4-BE49-F238E27FC236}">
                <a16:creationId xmlns:a16="http://schemas.microsoft.com/office/drawing/2014/main" id="{E10CA2A4-2401-46BC-A45D-3B7A6CAA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Use the walkthrough in this order so every screen answers the question created by the one before it.</a:t>
            </a:r>
          </a:p>
        </p:txBody>
      </p:sp>
      <p:sp>
        <p:nvSpPr>
          <p:cNvPr id="3" name="map-line">
            <a:extLst xmlns:a="http://schemas.openxmlformats.org/drawingml/2006/main">
              <a:ext uri="{FF2B5EF4-FFF2-40B4-BE49-F238E27FC236}">
                <a16:creationId xmlns:a16="http://schemas.microsoft.com/office/drawing/2014/main" id="{E2B62072-CD3F-40C4-BE23-F6CE510F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ap-dot-0">
            <a:extLst xmlns:a="http://schemas.openxmlformats.org/drawingml/2006/main">
              <a:ext uri="{FF2B5EF4-FFF2-40B4-BE49-F238E27FC236}">
                <a16:creationId xmlns:a16="http://schemas.microsoft.com/office/drawing/2014/main" id="{C2411855-5BA9-4CD2-9D8D-F054E3FF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480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ap-number-0">
            <a:extLst xmlns:a="http://schemas.openxmlformats.org/drawingml/2006/main">
              <a:ext uri="{FF2B5EF4-FFF2-40B4-BE49-F238E27FC236}">
                <a16:creationId xmlns:a16="http://schemas.microsoft.com/office/drawing/2014/main" id="{CD264965-6825-4695-BAB5-0D3F7665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479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map-name-0">
            <a:extLst xmlns:a="http://schemas.openxmlformats.org/drawingml/2006/main">
              <a:ext uri="{FF2B5EF4-FFF2-40B4-BE49-F238E27FC236}">
                <a16:creationId xmlns:a16="http://schemas.microsoft.com/office/drawing/2014/main" id="{786F29E7-FE46-4A43-9AE0-3BDC80C9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Public experience</a:t>
            </a:r>
          </a:p>
        </p:txBody>
      </p:sp>
      <p:sp>
        <p:nvSpPr>
          <p:cNvPr id="7" name="map-desc-0">
            <a:extLst xmlns:a="http://schemas.openxmlformats.org/drawingml/2006/main">
              <a:ext uri="{FF2B5EF4-FFF2-40B4-BE49-F238E27FC236}">
                <a16:creationId xmlns:a16="http://schemas.microsoft.com/office/drawing/2014/main" id="{EB9BDA71-50CF-4CC7-B700-A4A88741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71950"/>
            <a:ext cx="2238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Build confidence and capture the right request.</a:t>
            </a:r>
          </a:p>
        </p:txBody>
      </p:sp>
      <p:sp>
        <p:nvSpPr>
          <p:cNvPr id="8" name="map-dot-1">
            <a:extLst xmlns:a="http://schemas.openxmlformats.org/drawingml/2006/main">
              <a:ext uri="{FF2B5EF4-FFF2-40B4-BE49-F238E27FC236}">
                <a16:creationId xmlns:a16="http://schemas.microsoft.com/office/drawing/2014/main" id="{72F0E8BE-B572-4487-A699-9876798F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80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16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ap-number-1">
            <a:extLst xmlns:a="http://schemas.openxmlformats.org/drawingml/2006/main">
              <a:ext uri="{FF2B5EF4-FFF2-40B4-BE49-F238E27FC236}">
                <a16:creationId xmlns:a16="http://schemas.microsoft.com/office/drawing/2014/main" id="{4DBBCC11-AAA1-49D8-99DE-D40204E2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479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map-name-1">
            <a:extLst xmlns:a="http://schemas.openxmlformats.org/drawingml/2006/main">
              <a:ext uri="{FF2B5EF4-FFF2-40B4-BE49-F238E27FC236}">
                <a16:creationId xmlns:a16="http://schemas.microsoft.com/office/drawing/2014/main" id="{A46CEF43-CA67-4886-89DC-92F9F452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957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Customer account</a:t>
            </a:r>
          </a:p>
        </p:txBody>
      </p:sp>
      <p:sp>
        <p:nvSpPr>
          <p:cNvPr id="11" name="map-desc-1">
            <a:extLst xmlns:a="http://schemas.openxmlformats.org/drawingml/2006/main">
              <a:ext uri="{FF2B5EF4-FFF2-40B4-BE49-F238E27FC236}">
                <a16:creationId xmlns:a16="http://schemas.microsoft.com/office/drawing/2014/main" id="{BE6C6D84-028D-4664-AA77-A35628B1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171950"/>
            <a:ext cx="2238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Show continuity, readiness and next actions.</a:t>
            </a:r>
          </a:p>
        </p:txBody>
      </p:sp>
      <p:sp>
        <p:nvSpPr>
          <p:cNvPr id="12" name="map-dot-2">
            <a:extLst xmlns:a="http://schemas.openxmlformats.org/drawingml/2006/main">
              <a:ext uri="{FF2B5EF4-FFF2-40B4-BE49-F238E27FC236}">
                <a16:creationId xmlns:a16="http://schemas.microsoft.com/office/drawing/2014/main" id="{24F63D0B-7C1F-499B-BD56-5BF45C68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480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16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ap-number-2">
            <a:extLst xmlns:a="http://schemas.openxmlformats.org/drawingml/2006/main">
              <a:ext uri="{FF2B5EF4-FFF2-40B4-BE49-F238E27FC236}">
                <a16:creationId xmlns:a16="http://schemas.microsoft.com/office/drawing/2014/main" id="{C9C62A86-4D91-427A-B005-38421DAA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479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map-name-2">
            <a:extLst xmlns:a="http://schemas.openxmlformats.org/drawingml/2006/main">
              <a:ext uri="{FF2B5EF4-FFF2-40B4-BE49-F238E27FC236}">
                <a16:creationId xmlns:a16="http://schemas.microsoft.com/office/drawing/2014/main" id="{AC66D172-B739-4CCA-B80B-85289C5A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957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Staff operations</a:t>
            </a:r>
          </a:p>
        </p:txBody>
      </p:sp>
      <p:sp>
        <p:nvSpPr>
          <p:cNvPr id="15" name="map-desc-2">
            <a:extLst xmlns:a="http://schemas.openxmlformats.org/drawingml/2006/main">
              <a:ext uri="{FF2B5EF4-FFF2-40B4-BE49-F238E27FC236}">
                <a16:creationId xmlns:a16="http://schemas.microsoft.com/office/drawing/2014/main" id="{4D652FF5-3769-43C0-8FA8-1CC043D8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71950"/>
            <a:ext cx="2238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Show queues, ownership and customer context.</a:t>
            </a:r>
          </a:p>
        </p:txBody>
      </p:sp>
      <p:sp>
        <p:nvSpPr>
          <p:cNvPr id="16" name="map-dot-3">
            <a:extLst xmlns:a="http://schemas.openxmlformats.org/drawingml/2006/main">
              <a:ext uri="{FF2B5EF4-FFF2-40B4-BE49-F238E27FC236}">
                <a16:creationId xmlns:a16="http://schemas.microsoft.com/office/drawing/2014/main" id="{10FCC910-3036-42C2-908C-EB72241B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480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16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ap-number-3">
            <a:extLst xmlns:a="http://schemas.openxmlformats.org/drawingml/2006/main">
              <a:ext uri="{FF2B5EF4-FFF2-40B4-BE49-F238E27FC236}">
                <a16:creationId xmlns:a16="http://schemas.microsoft.com/office/drawing/2014/main" id="{2A0FCC17-E6E9-4F3A-B7C0-76E13C7A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479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map-name-3">
            <a:extLst xmlns:a="http://schemas.openxmlformats.org/drawingml/2006/main">
              <a:ext uri="{FF2B5EF4-FFF2-40B4-BE49-F238E27FC236}">
                <a16:creationId xmlns:a16="http://schemas.microsoft.com/office/drawing/2014/main" id="{CD1E25AB-21DF-4096-B18A-1E714A13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957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Case workspace</a:t>
            </a:r>
          </a:p>
        </p:txBody>
      </p:sp>
      <p:sp>
        <p:nvSpPr>
          <p:cNvPr id="19" name="map-desc-3">
            <a:extLst xmlns:a="http://schemas.openxmlformats.org/drawingml/2006/main">
              <a:ext uri="{FF2B5EF4-FFF2-40B4-BE49-F238E27FC236}">
                <a16:creationId xmlns:a16="http://schemas.microsoft.com/office/drawing/2014/main" id="{46F691E8-1E77-4104-B4EE-390E8719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71950"/>
            <a:ext cx="2238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Demonstrate coordinated execution and audit.</a:t>
            </a:r>
          </a:p>
        </p:txBody>
      </p:sp>
      <p:sp>
        <p:nvSpPr>
          <p:cNvPr id="20" name="footer-section-2">
            <a:extLst xmlns:a="http://schemas.openxmlformats.org/drawingml/2006/main">
              <a:ext uri="{FF2B5EF4-FFF2-40B4-BE49-F238E27FC236}">
                <a16:creationId xmlns:a16="http://schemas.microsoft.com/office/drawing/2014/main" id="{B96FDE3F-0B99-4752-8CDD-17730807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PLATFORM MAP</a:t>
            </a:r>
          </a:p>
        </p:txBody>
      </p:sp>
      <p:sp>
        <p:nvSpPr>
          <p:cNvPr id="21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B2A5BFA9-E8CB-4F33-8301-F1F9F030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103710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kicker-3">
            <a:extLst xmlns:a="http://schemas.openxmlformats.org/drawingml/2006/main">
              <a:ext uri="{FF2B5EF4-FFF2-40B4-BE49-F238E27FC236}">
                <a16:creationId xmlns:a16="http://schemas.microsoft.com/office/drawing/2014/main" id="{BBC4F0D8-9E8A-468E-A76C-5D257698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" name="section-title-3">
            <a:extLst xmlns:a="http://schemas.openxmlformats.org/drawingml/2006/main">
              <a:ext uri="{FF2B5EF4-FFF2-40B4-BE49-F238E27FC236}">
                <a16:creationId xmlns:a16="http://schemas.microsoft.com/office/drawing/2014/main" id="{FD4F2F8D-8832-40B1-AE3D-D6541692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8858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The public site turns uncertainty into a guided request.</a:t>
            </a:r>
          </a:p>
        </p:txBody>
      </p:sp>
      <p:sp>
        <p:nvSpPr>
          <p:cNvPr id="3" name="section-body-3">
            <a:extLst xmlns:a="http://schemas.openxmlformats.org/drawingml/2006/main">
              <a:ext uri="{FF2B5EF4-FFF2-40B4-BE49-F238E27FC236}">
                <a16:creationId xmlns:a16="http://schemas.microsoft.com/office/drawing/2014/main" id="{43505EE2-B838-4BB7-9DCF-4B6E7642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Show the premium promise first, then the transparent process and three enquiry paths.</a:t>
            </a:r>
          </a:p>
        </p:txBody>
      </p:sp>
      <p:sp>
        <p:nvSpPr>
          <p:cNvPr id="4" name="section-block-3">
            <a:extLst xmlns:a="http://schemas.openxmlformats.org/drawingml/2006/main">
              <a:ext uri="{FF2B5EF4-FFF2-40B4-BE49-F238E27FC236}">
                <a16:creationId xmlns:a16="http://schemas.microsoft.com/office/drawing/2014/main" id="{6630D57C-3CFE-41ED-8E03-C6FEF7D1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00050"/>
            <a:ext cx="180975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-vertical-3">
            <a:extLst xmlns:a="http://schemas.openxmlformats.org/drawingml/2006/main">
              <a:ext uri="{FF2B5EF4-FFF2-40B4-BE49-F238E27FC236}">
                <a16:creationId xmlns:a16="http://schemas.microsoft.com/office/drawing/2014/main" id="{02C65A1D-FB3A-4287-96EB-79207235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686300"/>
            <a:ext cx="114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PUBLIC EXPERIENCE</a:t>
            </a:r>
          </a:p>
        </p:txBody>
      </p:sp>
      <p:sp>
        <p:nvSpPr>
          <p:cNvPr id="6" name="footer-section-3">
            <a:extLst xmlns:a="http://schemas.openxmlformats.org/drawingml/2006/main">
              <a:ext uri="{FF2B5EF4-FFF2-40B4-BE49-F238E27FC236}">
                <a16:creationId xmlns:a16="http://schemas.microsoft.com/office/drawing/2014/main" id="{12EB6830-47B9-4EB1-97A4-8A35FB34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PUBLIC EXPERIENCE</a:t>
            </a:r>
          </a:p>
        </p:txBody>
      </p:sp>
      <p:sp>
        <p:nvSpPr>
          <p:cNvPr id="7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DE24BE1A-C66B-4007-A0D0-8F5BA23F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142844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4">
            <a:extLst xmlns:a="http://schemas.openxmlformats.org/drawingml/2006/main">
              <a:ext uri="{FF2B5EF4-FFF2-40B4-BE49-F238E27FC236}">
                <a16:creationId xmlns:a16="http://schemas.microsoft.com/office/drawing/2014/main" id="{B464ACE8-A699-4265-A777-D64B7FF5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PUBLIC EXPERIENCE</a:t>
            </a:r>
          </a:p>
        </p:txBody>
      </p:sp>
      <p:sp>
        <p:nvSpPr>
          <p:cNvPr id="2" name="page-title-4">
            <a:extLst xmlns:a="http://schemas.openxmlformats.org/drawingml/2006/main">
              <a:ext uri="{FF2B5EF4-FFF2-40B4-BE49-F238E27FC236}">
                <a16:creationId xmlns:a16="http://schemas.microsoft.com/office/drawing/2014/main" id="{2E7D6B7E-5A38-494B-9768-0A094E09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Homepage</a:t>
            </a:r>
          </a:p>
        </p:txBody>
      </p:sp>
      <p:sp>
        <p:nvSpPr>
          <p:cNvPr id="3" name="page-route-4">
            <a:extLst xmlns:a="http://schemas.openxmlformats.org/drawingml/2006/main">
              <a:ext uri="{FF2B5EF4-FFF2-40B4-BE49-F238E27FC236}">
                <a16:creationId xmlns:a16="http://schemas.microsoft.com/office/drawing/2014/main" id="{62A3CF61-D8CB-46E2-962F-869BF746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</a:t>
            </a:r>
          </a:p>
        </p:txBody>
      </p:sp>
      <p:sp>
        <p:nvSpPr>
          <p:cNvPr id="4" name="page-purpose-4">
            <a:extLst xmlns:a="http://schemas.openxmlformats.org/drawingml/2006/main">
              <a:ext uri="{FF2B5EF4-FFF2-40B4-BE49-F238E27FC236}">
                <a16:creationId xmlns:a16="http://schemas.microsoft.com/office/drawing/2014/main" id="{5F8D12B1-BCF5-4CD7-9148-A974B7E0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Introduces EzeeFin as a premium vehicle concierge and directs visitors into a guided request.</a:t>
            </a:r>
          </a:p>
        </p:txBody>
      </p:sp>
      <p:sp>
        <p:nvSpPr>
          <p:cNvPr id="5" name="demo-label-4">
            <a:extLst xmlns:a="http://schemas.openxmlformats.org/drawingml/2006/main">
              <a:ext uri="{FF2B5EF4-FFF2-40B4-BE49-F238E27FC236}">
                <a16:creationId xmlns:a16="http://schemas.microsoft.com/office/drawing/2014/main" id="{D1EE2522-924E-45AC-A9FE-58CB1BE1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6" name="demo-index-4-0">
            <a:extLst xmlns:a="http://schemas.openxmlformats.org/drawingml/2006/main">
              <a:ext uri="{FF2B5EF4-FFF2-40B4-BE49-F238E27FC236}">
                <a16:creationId xmlns:a16="http://schemas.microsoft.com/office/drawing/2014/main" id="{6A772318-E3BF-4766-AD43-00F3C51F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demo-item-4-0">
            <a:extLst xmlns:a="http://schemas.openxmlformats.org/drawingml/2006/main">
              <a:ext uri="{FF2B5EF4-FFF2-40B4-BE49-F238E27FC236}">
                <a16:creationId xmlns:a16="http://schemas.microsoft.com/office/drawing/2014/main" id="{24C77370-F8A7-4495-B4A5-91900247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Editorial showroom hero and primary request action</a:t>
            </a:r>
          </a:p>
        </p:txBody>
      </p:sp>
      <p:sp>
        <p:nvSpPr>
          <p:cNvPr id="8" name="demo-index-4-1">
            <a:extLst xmlns:a="http://schemas.openxmlformats.org/drawingml/2006/main">
              <a:ext uri="{FF2B5EF4-FFF2-40B4-BE49-F238E27FC236}">
                <a16:creationId xmlns:a16="http://schemas.microsoft.com/office/drawing/2014/main" id="{C9D3B9F2-BC96-45D9-870C-8DBE1532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demo-item-4-1">
            <a:extLst xmlns:a="http://schemas.openxmlformats.org/drawingml/2006/main">
              <a:ext uri="{FF2B5EF4-FFF2-40B4-BE49-F238E27FC236}">
                <a16:creationId xmlns:a16="http://schemas.microsoft.com/office/drawing/2014/main" id="{DD836651-82F2-4DFB-A74F-82804E51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Concierge promise, service narrative and journey preview</a:t>
            </a:r>
          </a:p>
        </p:txBody>
      </p:sp>
      <p:sp>
        <p:nvSpPr>
          <p:cNvPr id="10" name="demo-index-4-2">
            <a:extLst xmlns:a="http://schemas.openxmlformats.org/drawingml/2006/main">
              <a:ext uri="{FF2B5EF4-FFF2-40B4-BE49-F238E27FC236}">
                <a16:creationId xmlns:a16="http://schemas.microsoft.com/office/drawing/2014/main" id="{51E9A3F5-7D60-4753-809C-C4E5B45B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demo-item-4-2">
            <a:extLst xmlns:a="http://schemas.openxmlformats.org/drawingml/2006/main">
              <a:ext uri="{FF2B5EF4-FFF2-40B4-BE49-F238E27FC236}">
                <a16:creationId xmlns:a16="http://schemas.microsoft.com/office/drawing/2014/main" id="{C3A66E69-E8B0-47DC-8F85-191B3289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Authentic delivery proof and closing conversion</a:t>
            </a:r>
          </a:p>
        </p:txBody>
      </p:sp>
      <p:sp>
        <p:nvSpPr>
          <p:cNvPr id="12" name="value-rule-4">
            <a:extLst xmlns:a="http://schemas.openxmlformats.org/drawingml/2006/main">
              <a:ext uri="{FF2B5EF4-FFF2-40B4-BE49-F238E27FC236}">
                <a16:creationId xmlns:a16="http://schemas.microsoft.com/office/drawing/2014/main" id="{02811F9D-2719-4442-BB58-97A35D82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alue-label-4">
            <a:extLst xmlns:a="http://schemas.openxmlformats.org/drawingml/2006/main">
              <a:ext uri="{FF2B5EF4-FFF2-40B4-BE49-F238E27FC236}">
                <a16:creationId xmlns:a16="http://schemas.microsoft.com/office/drawing/2014/main" id="{58DB61A1-7259-4455-B992-AAA5C452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4" name="value-text-4">
            <a:extLst xmlns:a="http://schemas.openxmlformats.org/drawingml/2006/main">
              <a:ext uri="{FF2B5EF4-FFF2-40B4-BE49-F238E27FC236}">
                <a16:creationId xmlns:a16="http://schemas.microsoft.com/office/drawing/2014/main" id="{E33D67B7-2D98-48EA-A2C8-C15BDF5C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Builds confidence before asking for personal details.</a:t>
            </a:r>
          </a:p>
        </p:txBody>
      </p:sp>
      <p:sp>
        <p:nvSpPr>
          <p:cNvPr id="15" name="page-screen-frame-4">
            <a:extLst xmlns:a="http://schemas.openxmlformats.org/drawingml/2006/main">
              <a:ext uri="{FF2B5EF4-FFF2-40B4-BE49-F238E27FC236}">
                <a16:creationId xmlns:a16="http://schemas.microsoft.com/office/drawing/2014/main" id="{AF87BF12-166E-4CE9-B3C3-8493305F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0050"/>
            <a:ext cx="621030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b57afa9c614b8a"/>
          <a:stretch xmlns:a="http://schemas.openxmlformats.org/drawingml/2006/main"/>
        </p:blipFill>
        <p:spPr>
          <a:xfrm xmlns:a="http://schemas.openxmlformats.org/drawingml/2006/main">
            <a:off x="5581650" y="1000242"/>
            <a:ext cx="6210300" cy="3495442"/>
          </a:xfrm>
          <a:prstGeom xmlns:a="http://schemas.openxmlformats.org/drawingml/2006/main" prst="rect">
            <a:avLst/>
          </a:prstGeom>
        </p:spPr>
      </p:pic>
      <p:sp>
        <p:nvSpPr>
          <p:cNvPr id="17" name="footer-section-4">
            <a:extLst xmlns:a="http://schemas.openxmlformats.org/drawingml/2006/main">
              <a:ext uri="{FF2B5EF4-FFF2-40B4-BE49-F238E27FC236}">
                <a16:creationId xmlns:a16="http://schemas.microsoft.com/office/drawing/2014/main" id="{16025A85-3368-402A-B88D-3FC27AC3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PUBLIC EXPERIENCE</a:t>
            </a:r>
          </a:p>
        </p:txBody>
      </p:sp>
      <p:sp>
        <p:nvSpPr>
          <p:cNvPr id="18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4F9E43F5-EFAC-45FF-A363-731F57BC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629274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5">
            <a:extLst xmlns:a="http://schemas.openxmlformats.org/drawingml/2006/main">
              <a:ext uri="{FF2B5EF4-FFF2-40B4-BE49-F238E27FC236}">
                <a16:creationId xmlns:a16="http://schemas.microsoft.com/office/drawing/2014/main" id="{81FB9DEF-5375-43C3-8627-D28C2B3F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PUBLIC EXPERIENCE</a:t>
            </a:r>
          </a:p>
        </p:txBody>
      </p:sp>
      <p:sp>
        <p:nvSpPr>
          <p:cNvPr id="2" name="page-title-5">
            <a:extLst xmlns:a="http://schemas.openxmlformats.org/drawingml/2006/main">
              <a:ext uri="{FF2B5EF4-FFF2-40B4-BE49-F238E27FC236}">
                <a16:creationId xmlns:a16="http://schemas.microsoft.com/office/drawing/2014/main" id="{3CEB22E3-D007-4949-A57F-E34365D0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How it works</a:t>
            </a:r>
          </a:p>
        </p:txBody>
      </p:sp>
      <p:sp>
        <p:nvSpPr>
          <p:cNvPr id="3" name="page-route-5">
            <a:extLst xmlns:a="http://schemas.openxmlformats.org/drawingml/2006/main">
              <a:ext uri="{FF2B5EF4-FFF2-40B4-BE49-F238E27FC236}">
                <a16:creationId xmlns:a16="http://schemas.microsoft.com/office/drawing/2014/main" id="{DABE0F46-6616-409B-ACC1-AC2AF573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/how-it-works</a:t>
            </a:r>
          </a:p>
        </p:txBody>
      </p:sp>
      <p:sp>
        <p:nvSpPr>
          <p:cNvPr id="4" name="page-purpose-5">
            <a:extLst xmlns:a="http://schemas.openxmlformats.org/drawingml/2006/main">
              <a:ext uri="{FF2B5EF4-FFF2-40B4-BE49-F238E27FC236}">
                <a16:creationId xmlns:a16="http://schemas.microsoft.com/office/drawing/2014/main" id="{5DDA66F2-15E8-45B5-8CA7-5385F4C9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Explains the complete journey from first request to delivery.</a:t>
            </a:r>
          </a:p>
        </p:txBody>
      </p:sp>
      <p:sp>
        <p:nvSpPr>
          <p:cNvPr id="5" name="demo-label-5">
            <a:extLst xmlns:a="http://schemas.openxmlformats.org/drawingml/2006/main">
              <a:ext uri="{FF2B5EF4-FFF2-40B4-BE49-F238E27FC236}">
                <a16:creationId xmlns:a16="http://schemas.microsoft.com/office/drawing/2014/main" id="{186A5FC2-19A8-4F0E-9F35-A24E0916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6" name="demo-index-5-0">
            <a:extLst xmlns:a="http://schemas.openxmlformats.org/drawingml/2006/main">
              <a:ext uri="{FF2B5EF4-FFF2-40B4-BE49-F238E27FC236}">
                <a16:creationId xmlns:a16="http://schemas.microsoft.com/office/drawing/2014/main" id="{1271EB4E-8BC1-4BAC-8865-A920E660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demo-item-5-0">
            <a:extLst xmlns:a="http://schemas.openxmlformats.org/drawingml/2006/main">
              <a:ext uri="{FF2B5EF4-FFF2-40B4-BE49-F238E27FC236}">
                <a16:creationId xmlns:a16="http://schemas.microsoft.com/office/drawing/2014/main" id="{5DC20C9B-9EF9-4336-9E28-9FE806C1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Eight customer-visible stages</a:t>
            </a:r>
          </a:p>
        </p:txBody>
      </p:sp>
      <p:sp>
        <p:nvSpPr>
          <p:cNvPr id="8" name="demo-index-5-1">
            <a:extLst xmlns:a="http://schemas.openxmlformats.org/drawingml/2006/main">
              <a:ext uri="{FF2B5EF4-FFF2-40B4-BE49-F238E27FC236}">
                <a16:creationId xmlns:a16="http://schemas.microsoft.com/office/drawing/2014/main" id="{2AFD309B-1D66-42A2-8BB8-2C233B57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demo-item-5-1">
            <a:extLst xmlns:a="http://schemas.openxmlformats.org/drawingml/2006/main">
              <a:ext uri="{FF2B5EF4-FFF2-40B4-BE49-F238E27FC236}">
                <a16:creationId xmlns:a16="http://schemas.microsoft.com/office/drawing/2014/main" id="{C0475A39-EA3A-4C59-96B4-AF4104D1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What EzeeFin handles and what the customer provides</a:t>
            </a:r>
          </a:p>
        </p:txBody>
      </p:sp>
      <p:sp>
        <p:nvSpPr>
          <p:cNvPr id="10" name="demo-index-5-2">
            <a:extLst xmlns:a="http://schemas.openxmlformats.org/drawingml/2006/main">
              <a:ext uri="{FF2B5EF4-FFF2-40B4-BE49-F238E27FC236}">
                <a16:creationId xmlns:a16="http://schemas.microsoft.com/office/drawing/2014/main" id="{43620113-F30E-446E-9FF1-300087E6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demo-item-5-2">
            <a:extLst xmlns:a="http://schemas.openxmlformats.org/drawingml/2006/main">
              <a:ext uri="{FF2B5EF4-FFF2-40B4-BE49-F238E27FC236}">
                <a16:creationId xmlns:a16="http://schemas.microsoft.com/office/drawing/2014/main" id="{1AF1EB69-637A-4E80-8011-7218F5F3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Contextual action to start a request</a:t>
            </a:r>
          </a:p>
        </p:txBody>
      </p:sp>
      <p:sp>
        <p:nvSpPr>
          <p:cNvPr id="12" name="value-rule-5">
            <a:extLst xmlns:a="http://schemas.openxmlformats.org/drawingml/2006/main">
              <a:ext uri="{FF2B5EF4-FFF2-40B4-BE49-F238E27FC236}">
                <a16:creationId xmlns:a16="http://schemas.microsoft.com/office/drawing/2014/main" id="{DCB51D3A-83FE-414E-B5EB-053B0FF6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alue-label-5">
            <a:extLst xmlns:a="http://schemas.openxmlformats.org/drawingml/2006/main">
              <a:ext uri="{FF2B5EF4-FFF2-40B4-BE49-F238E27FC236}">
                <a16:creationId xmlns:a16="http://schemas.microsoft.com/office/drawing/2014/main" id="{D4F12AFF-08CC-4054-913C-2D005D42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4" name="value-text-5">
            <a:extLst xmlns:a="http://schemas.openxmlformats.org/drawingml/2006/main">
              <a:ext uri="{FF2B5EF4-FFF2-40B4-BE49-F238E27FC236}">
                <a16:creationId xmlns:a16="http://schemas.microsoft.com/office/drawing/2014/main" id="{A23BCC8F-CAE1-47CB-BB2D-268B4BB3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Makes a complex process feel transparent and manageable.</a:t>
            </a:r>
          </a:p>
        </p:txBody>
      </p:sp>
      <p:sp>
        <p:nvSpPr>
          <p:cNvPr id="15" name="page-screen-frame-5">
            <a:extLst xmlns:a="http://schemas.openxmlformats.org/drawingml/2006/main">
              <a:ext uri="{FF2B5EF4-FFF2-40B4-BE49-F238E27FC236}">
                <a16:creationId xmlns:a16="http://schemas.microsoft.com/office/drawing/2014/main" id="{E23EA58D-353D-41F8-BAD6-2F969584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0050"/>
            <a:ext cx="621030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34fd9118c44b56"/>
          <a:stretch xmlns:a="http://schemas.openxmlformats.org/drawingml/2006/main"/>
        </p:blipFill>
        <p:spPr>
          <a:xfrm xmlns:a="http://schemas.openxmlformats.org/drawingml/2006/main">
            <a:off x="5581650" y="1000242"/>
            <a:ext cx="6210300" cy="3495442"/>
          </a:xfrm>
          <a:prstGeom xmlns:a="http://schemas.openxmlformats.org/drawingml/2006/main" prst="rect">
            <a:avLst/>
          </a:prstGeom>
        </p:spPr>
      </p:pic>
      <p:sp>
        <p:nvSpPr>
          <p:cNvPr id="17" name="footer-section-5">
            <a:extLst xmlns:a="http://schemas.openxmlformats.org/drawingml/2006/main">
              <a:ext uri="{FF2B5EF4-FFF2-40B4-BE49-F238E27FC236}">
                <a16:creationId xmlns:a16="http://schemas.microsoft.com/office/drawing/2014/main" id="{89BC697D-070F-4ADB-9918-B4F7D392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PUBLIC EXPERIENCE</a:t>
            </a:r>
          </a:p>
        </p:txBody>
      </p:sp>
      <p:sp>
        <p:nvSpPr>
          <p:cNvPr id="18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7733B10F-BA96-4AA5-A46C-9F73F65E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774061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6">
            <a:extLst xmlns:a="http://schemas.openxmlformats.org/drawingml/2006/main">
              <a:ext uri="{FF2B5EF4-FFF2-40B4-BE49-F238E27FC236}">
                <a16:creationId xmlns:a16="http://schemas.microsoft.com/office/drawing/2014/main" id="{DB66CCB4-98AA-449C-8AE2-EC576F42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PUBLIC EXPERIENCE</a:t>
            </a:r>
          </a:p>
        </p:txBody>
      </p:sp>
      <p:sp>
        <p:nvSpPr>
          <p:cNvPr id="2" name="page-title-6">
            <a:extLst xmlns:a="http://schemas.openxmlformats.org/drawingml/2006/main">
              <a:ext uri="{FF2B5EF4-FFF2-40B4-BE49-F238E27FC236}">
                <a16:creationId xmlns:a16="http://schemas.microsoft.com/office/drawing/2014/main" id="{77CF9B44-CA10-4A7D-9915-6CF016AB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Finance assistance</a:t>
            </a:r>
          </a:p>
        </p:txBody>
      </p:sp>
      <p:sp>
        <p:nvSpPr>
          <p:cNvPr id="3" name="page-route-6">
            <a:extLst xmlns:a="http://schemas.openxmlformats.org/drawingml/2006/main">
              <a:ext uri="{FF2B5EF4-FFF2-40B4-BE49-F238E27FC236}">
                <a16:creationId xmlns:a16="http://schemas.microsoft.com/office/drawing/2014/main" id="{0A8D48CE-428B-4ECB-8C70-EF5C7C35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/services/finance-assistance</a:t>
            </a:r>
          </a:p>
        </p:txBody>
      </p:sp>
      <p:sp>
        <p:nvSpPr>
          <p:cNvPr id="4" name="page-purpose-6">
            <a:extLst xmlns:a="http://schemas.openxmlformats.org/drawingml/2006/main">
              <a:ext uri="{FF2B5EF4-FFF2-40B4-BE49-F238E27FC236}">
                <a16:creationId xmlns:a16="http://schemas.microsoft.com/office/drawing/2014/main" id="{3351CA49-BB87-4A03-8C79-EFC7CBBB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Explains EzeeFin’s coordination role with registered credit providers.</a:t>
            </a:r>
          </a:p>
        </p:txBody>
      </p:sp>
      <p:sp>
        <p:nvSpPr>
          <p:cNvPr id="5" name="demo-label-6">
            <a:extLst xmlns:a="http://schemas.openxmlformats.org/drawingml/2006/main">
              <a:ext uri="{FF2B5EF4-FFF2-40B4-BE49-F238E27FC236}">
                <a16:creationId xmlns:a16="http://schemas.microsoft.com/office/drawing/2014/main" id="{0138B84E-498A-415D-9B77-81920661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6" name="demo-index-6-0">
            <a:extLst xmlns:a="http://schemas.openxmlformats.org/drawingml/2006/main">
              <a:ext uri="{FF2B5EF4-FFF2-40B4-BE49-F238E27FC236}">
                <a16:creationId xmlns:a16="http://schemas.microsoft.com/office/drawing/2014/main" id="{A06DE222-A295-479E-BFCD-96ED6555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demo-item-6-0">
            <a:extLst xmlns:a="http://schemas.openxmlformats.org/drawingml/2006/main">
              <a:ext uri="{FF2B5EF4-FFF2-40B4-BE49-F238E27FC236}">
                <a16:creationId xmlns:a16="http://schemas.microsoft.com/office/drawing/2014/main" id="{442B8BE2-C6FB-4663-AB7E-1996FB32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Finance-focused editorial hero</a:t>
            </a:r>
          </a:p>
        </p:txBody>
      </p:sp>
      <p:sp>
        <p:nvSpPr>
          <p:cNvPr id="8" name="demo-index-6-1">
            <a:extLst xmlns:a="http://schemas.openxmlformats.org/drawingml/2006/main">
              <a:ext uri="{FF2B5EF4-FFF2-40B4-BE49-F238E27FC236}">
                <a16:creationId xmlns:a16="http://schemas.microsoft.com/office/drawing/2014/main" id="{D26B2AE5-01A3-410D-B1AF-1A0818FC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demo-item-6-1">
            <a:extLst xmlns:a="http://schemas.openxmlformats.org/drawingml/2006/main">
              <a:ext uri="{FF2B5EF4-FFF2-40B4-BE49-F238E27FC236}">
                <a16:creationId xmlns:a16="http://schemas.microsoft.com/office/drawing/2014/main" id="{DFAC4A23-1248-476A-9CB4-AEC5342F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Benefits, preparation steps and required information</a:t>
            </a:r>
          </a:p>
        </p:txBody>
      </p:sp>
      <p:sp>
        <p:nvSpPr>
          <p:cNvPr id="10" name="demo-index-6-2">
            <a:extLst xmlns:a="http://schemas.openxmlformats.org/drawingml/2006/main">
              <a:ext uri="{FF2B5EF4-FFF2-40B4-BE49-F238E27FC236}">
                <a16:creationId xmlns:a16="http://schemas.microsoft.com/office/drawing/2014/main" id="{8845EA0B-5854-4AEE-A934-025F4C8A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demo-item-6-2">
            <a:extLst xmlns:a="http://schemas.openxmlformats.org/drawingml/2006/main">
              <a:ext uri="{FF2B5EF4-FFF2-40B4-BE49-F238E27FC236}">
                <a16:creationId xmlns:a16="http://schemas.microsoft.com/office/drawing/2014/main" id="{FF8E0E9D-3020-41E3-9452-4E8220BE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Transparent legal wording and FAQs</a:t>
            </a:r>
          </a:p>
        </p:txBody>
      </p:sp>
      <p:sp>
        <p:nvSpPr>
          <p:cNvPr id="12" name="value-rule-6">
            <a:extLst xmlns:a="http://schemas.openxmlformats.org/drawingml/2006/main">
              <a:ext uri="{FF2B5EF4-FFF2-40B4-BE49-F238E27FC236}">
                <a16:creationId xmlns:a16="http://schemas.microsoft.com/office/drawing/2014/main" id="{377B9FF1-E55B-4702-8E73-AA7F9161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alue-label-6">
            <a:extLst xmlns:a="http://schemas.openxmlformats.org/drawingml/2006/main">
              <a:ext uri="{FF2B5EF4-FFF2-40B4-BE49-F238E27FC236}">
                <a16:creationId xmlns:a16="http://schemas.microsoft.com/office/drawing/2014/main" id="{694E7FA5-D6A3-4EDC-B786-633191B2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4" name="value-text-6">
            <a:extLst xmlns:a="http://schemas.openxmlformats.org/drawingml/2006/main">
              <a:ext uri="{FF2B5EF4-FFF2-40B4-BE49-F238E27FC236}">
                <a16:creationId xmlns:a16="http://schemas.microsoft.com/office/drawing/2014/main" id="{4ADA0B97-8022-4A41-B14A-B670368A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Sets accurate expectations without implying credit approval.</a:t>
            </a:r>
          </a:p>
        </p:txBody>
      </p:sp>
      <p:sp>
        <p:nvSpPr>
          <p:cNvPr id="15" name="page-screen-frame-6">
            <a:extLst xmlns:a="http://schemas.openxmlformats.org/drawingml/2006/main">
              <a:ext uri="{FF2B5EF4-FFF2-40B4-BE49-F238E27FC236}">
                <a16:creationId xmlns:a16="http://schemas.microsoft.com/office/drawing/2014/main" id="{82976C2A-DEB6-4FDE-B2E5-8E7CEE60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0050"/>
            <a:ext cx="621030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a4aec171094bc4"/>
          <a:stretch xmlns:a="http://schemas.openxmlformats.org/drawingml/2006/main"/>
        </p:blipFill>
        <p:spPr>
          <a:xfrm xmlns:a="http://schemas.openxmlformats.org/drawingml/2006/main">
            <a:off x="5581650" y="1000242"/>
            <a:ext cx="6210300" cy="3495442"/>
          </a:xfrm>
          <a:prstGeom xmlns:a="http://schemas.openxmlformats.org/drawingml/2006/main" prst="rect">
            <a:avLst/>
          </a:prstGeom>
        </p:spPr>
      </p:pic>
      <p:sp>
        <p:nvSpPr>
          <p:cNvPr id="17" name="footer-section-6">
            <a:extLst xmlns:a="http://schemas.openxmlformats.org/drawingml/2006/main">
              <a:ext uri="{FF2B5EF4-FFF2-40B4-BE49-F238E27FC236}">
                <a16:creationId xmlns:a16="http://schemas.microsoft.com/office/drawing/2014/main" id="{170D1685-3AB4-4EC1-A3FB-7A825D28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PUBLIC EXPERIENCE</a:t>
            </a:r>
          </a:p>
        </p:txBody>
      </p:sp>
      <p:sp>
        <p:nvSpPr>
          <p:cNvPr id="18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EC77FBEB-1C7D-44C3-8FB1-AAE08BEC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3263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7">
            <a:extLst xmlns:a="http://schemas.openxmlformats.org/drawingml/2006/main">
              <a:ext uri="{FF2B5EF4-FFF2-40B4-BE49-F238E27FC236}">
                <a16:creationId xmlns:a16="http://schemas.microsoft.com/office/drawing/2014/main" id="{6AAAF56C-732E-4701-9832-5E7B20B8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PUBLIC EXPERIENCE</a:t>
            </a:r>
          </a:p>
        </p:txBody>
      </p:sp>
      <p:sp>
        <p:nvSpPr>
          <p:cNvPr id="2" name="page-title-7">
            <a:extLst xmlns:a="http://schemas.openxmlformats.org/drawingml/2006/main">
              <a:ext uri="{FF2B5EF4-FFF2-40B4-BE49-F238E27FC236}">
                <a16:creationId xmlns:a16="http://schemas.microsoft.com/office/drawing/2014/main" id="{14C118BB-51A4-4820-8F12-A13F77B3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Insurance and tracker</a:t>
            </a:r>
          </a:p>
        </p:txBody>
      </p:sp>
      <p:sp>
        <p:nvSpPr>
          <p:cNvPr id="3" name="page-route-7">
            <a:extLst xmlns:a="http://schemas.openxmlformats.org/drawingml/2006/main">
              <a:ext uri="{FF2B5EF4-FFF2-40B4-BE49-F238E27FC236}">
                <a16:creationId xmlns:a16="http://schemas.microsoft.com/office/drawing/2014/main" id="{19F750E3-C7C9-4397-A702-8D3DCB52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/services/insurance-and-tracker</a:t>
            </a:r>
          </a:p>
        </p:txBody>
      </p:sp>
      <p:sp>
        <p:nvSpPr>
          <p:cNvPr id="4" name="page-purpose-7">
            <a:extLst xmlns:a="http://schemas.openxmlformats.org/drawingml/2006/main">
              <a:ext uri="{FF2B5EF4-FFF2-40B4-BE49-F238E27FC236}">
                <a16:creationId xmlns:a16="http://schemas.microsoft.com/office/drawing/2014/main" id="{EE42F12C-EAC2-488F-A785-64DB2223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Shows how insurance and tracker quotations are coordinated.</a:t>
            </a:r>
          </a:p>
        </p:txBody>
      </p:sp>
      <p:sp>
        <p:nvSpPr>
          <p:cNvPr id="5" name="demo-label-7">
            <a:extLst xmlns:a="http://schemas.openxmlformats.org/drawingml/2006/main">
              <a:ext uri="{FF2B5EF4-FFF2-40B4-BE49-F238E27FC236}">
                <a16:creationId xmlns:a16="http://schemas.microsoft.com/office/drawing/2014/main" id="{C99A667B-C514-49F5-9D58-BFB407FD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6" name="demo-index-7-0">
            <a:extLst xmlns:a="http://schemas.openxmlformats.org/drawingml/2006/main">
              <a:ext uri="{FF2B5EF4-FFF2-40B4-BE49-F238E27FC236}">
                <a16:creationId xmlns:a16="http://schemas.microsoft.com/office/drawing/2014/main" id="{8573D30D-DCC3-445E-B968-1A65DDAB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demo-item-7-0">
            <a:extLst xmlns:a="http://schemas.openxmlformats.org/drawingml/2006/main">
              <a:ext uri="{FF2B5EF4-FFF2-40B4-BE49-F238E27FC236}">
                <a16:creationId xmlns:a16="http://schemas.microsoft.com/office/drawing/2014/main" id="{4A76F559-73F2-4332-BDF3-1F133CD4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Cover and tracker service overview</a:t>
            </a:r>
          </a:p>
        </p:txBody>
      </p:sp>
      <p:sp>
        <p:nvSpPr>
          <p:cNvPr id="8" name="demo-index-7-1">
            <a:extLst xmlns:a="http://schemas.openxmlformats.org/drawingml/2006/main">
              <a:ext uri="{FF2B5EF4-FFF2-40B4-BE49-F238E27FC236}">
                <a16:creationId xmlns:a16="http://schemas.microsoft.com/office/drawing/2014/main" id="{6E32568E-2304-4EDD-A711-EFFBC573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demo-item-7-1">
            <a:extLst xmlns:a="http://schemas.openxmlformats.org/drawingml/2006/main">
              <a:ext uri="{FF2B5EF4-FFF2-40B4-BE49-F238E27FC236}">
                <a16:creationId xmlns:a16="http://schemas.microsoft.com/office/drawing/2014/main" id="{82395751-5AEF-4474-AEAC-FFD76182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Quotation process and customer choices</a:t>
            </a:r>
          </a:p>
        </p:txBody>
      </p:sp>
      <p:sp>
        <p:nvSpPr>
          <p:cNvPr id="10" name="demo-index-7-2">
            <a:extLst xmlns:a="http://schemas.openxmlformats.org/drawingml/2006/main">
              <a:ext uri="{FF2B5EF4-FFF2-40B4-BE49-F238E27FC236}">
                <a16:creationId xmlns:a16="http://schemas.microsoft.com/office/drawing/2014/main" id="{12A1B35B-BA70-4054-9F19-817B47FE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demo-item-7-2">
            <a:extLst xmlns:a="http://schemas.openxmlformats.org/drawingml/2006/main">
              <a:ext uri="{FF2B5EF4-FFF2-40B4-BE49-F238E27FC236}">
                <a16:creationId xmlns:a16="http://schemas.microsoft.com/office/drawing/2014/main" id="{FBC9127A-9F81-4E93-9731-5190FBA2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Provider-role clarification and guided request action</a:t>
            </a:r>
          </a:p>
        </p:txBody>
      </p:sp>
      <p:sp>
        <p:nvSpPr>
          <p:cNvPr id="12" name="value-rule-7">
            <a:extLst xmlns:a="http://schemas.openxmlformats.org/drawingml/2006/main">
              <a:ext uri="{FF2B5EF4-FFF2-40B4-BE49-F238E27FC236}">
                <a16:creationId xmlns:a16="http://schemas.microsoft.com/office/drawing/2014/main" id="{2BDE23A3-DC9F-46B1-AE4F-4088880D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alue-label-7">
            <a:extLst xmlns:a="http://schemas.openxmlformats.org/drawingml/2006/main">
              <a:ext uri="{FF2B5EF4-FFF2-40B4-BE49-F238E27FC236}">
                <a16:creationId xmlns:a16="http://schemas.microsoft.com/office/drawing/2014/main" id="{84789A9F-7449-453A-B93C-08863F73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4" name="value-text-7">
            <a:extLst xmlns:a="http://schemas.openxmlformats.org/drawingml/2006/main">
              <a:ext uri="{FF2B5EF4-FFF2-40B4-BE49-F238E27FC236}">
                <a16:creationId xmlns:a16="http://schemas.microsoft.com/office/drawing/2014/main" id="{443814BA-BFCC-41D3-9FFD-821F2BB1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Connects vehicle sourcing to a ready-for-the-road handover.</a:t>
            </a:r>
          </a:p>
        </p:txBody>
      </p:sp>
      <p:sp>
        <p:nvSpPr>
          <p:cNvPr id="15" name="page-screen-frame-7">
            <a:extLst xmlns:a="http://schemas.openxmlformats.org/drawingml/2006/main">
              <a:ext uri="{FF2B5EF4-FFF2-40B4-BE49-F238E27FC236}">
                <a16:creationId xmlns:a16="http://schemas.microsoft.com/office/drawing/2014/main" id="{E0871C29-94AC-4BEC-B5B1-4FA13A03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0050"/>
            <a:ext cx="621030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cbc1ad95294754"/>
          <a:stretch xmlns:a="http://schemas.openxmlformats.org/drawingml/2006/main"/>
        </p:blipFill>
        <p:spPr>
          <a:xfrm xmlns:a="http://schemas.openxmlformats.org/drawingml/2006/main">
            <a:off x="5581650" y="1000242"/>
            <a:ext cx="6210300" cy="3495442"/>
          </a:xfrm>
          <a:prstGeom xmlns:a="http://schemas.openxmlformats.org/drawingml/2006/main" prst="rect">
            <a:avLst/>
          </a:prstGeom>
        </p:spPr>
      </p:pic>
      <p:sp>
        <p:nvSpPr>
          <p:cNvPr id="17" name="footer-section-7">
            <a:extLst xmlns:a="http://schemas.openxmlformats.org/drawingml/2006/main">
              <a:ext uri="{FF2B5EF4-FFF2-40B4-BE49-F238E27FC236}">
                <a16:creationId xmlns:a16="http://schemas.microsoft.com/office/drawing/2014/main" id="{DE07F91D-F14E-4CB7-BA7E-80C824AA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PUBLIC EXPERIENCE</a:t>
            </a:r>
          </a:p>
        </p:txBody>
      </p:sp>
      <p:sp>
        <p:nvSpPr>
          <p:cNvPr id="18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D47BAB76-A5C7-4F17-90C4-605893E6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929143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8">
            <a:extLst xmlns:a="http://schemas.openxmlformats.org/drawingml/2006/main">
              <a:ext uri="{FF2B5EF4-FFF2-40B4-BE49-F238E27FC236}">
                <a16:creationId xmlns:a16="http://schemas.microsoft.com/office/drawing/2014/main" id="{1DB6C21C-F315-45F0-95DB-7ECAA64F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PUBLIC EXPERIENCE</a:t>
            </a:r>
          </a:p>
        </p:txBody>
      </p:sp>
      <p:sp>
        <p:nvSpPr>
          <p:cNvPr id="2" name="page-title-8">
            <a:extLst xmlns:a="http://schemas.openxmlformats.org/drawingml/2006/main">
              <a:ext uri="{FF2B5EF4-FFF2-40B4-BE49-F238E27FC236}">
                <a16:creationId xmlns:a16="http://schemas.microsoft.com/office/drawing/2014/main" id="{123CDED5-D6F7-413F-9F25-2B61FCB9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Find me a vehicle</a:t>
            </a:r>
          </a:p>
        </p:txBody>
      </p:sp>
      <p:sp>
        <p:nvSpPr>
          <p:cNvPr id="3" name="page-route-8">
            <a:extLst xmlns:a="http://schemas.openxmlformats.org/drawingml/2006/main">
              <a:ext uri="{FF2B5EF4-FFF2-40B4-BE49-F238E27FC236}">
                <a16:creationId xmlns:a16="http://schemas.microsoft.com/office/drawing/2014/main" id="{020726C3-33FC-401B-9BAD-76BFB5C5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/find-me-a-vehicle</a:t>
            </a:r>
          </a:p>
        </p:txBody>
      </p:sp>
      <p:sp>
        <p:nvSpPr>
          <p:cNvPr id="4" name="page-purpose-8">
            <a:extLst xmlns:a="http://schemas.openxmlformats.org/drawingml/2006/main">
              <a:ext uri="{FF2B5EF4-FFF2-40B4-BE49-F238E27FC236}">
                <a16:creationId xmlns:a16="http://schemas.microsoft.com/office/drawing/2014/main" id="{3159917D-1DEC-49B8-963B-9B8D935E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Captures vehicle preferences through a guided, resumable consultation.</a:t>
            </a:r>
          </a:p>
        </p:txBody>
      </p:sp>
      <p:sp>
        <p:nvSpPr>
          <p:cNvPr id="5" name="demo-label-8">
            <a:extLst xmlns:a="http://schemas.openxmlformats.org/drawingml/2006/main">
              <a:ext uri="{FF2B5EF4-FFF2-40B4-BE49-F238E27FC236}">
                <a16:creationId xmlns:a16="http://schemas.microsoft.com/office/drawing/2014/main" id="{FB0949D9-A5C2-46B5-A488-D5D3DBAF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6" name="demo-index-8-0">
            <a:extLst xmlns:a="http://schemas.openxmlformats.org/drawingml/2006/main">
              <a:ext uri="{FF2B5EF4-FFF2-40B4-BE49-F238E27FC236}">
                <a16:creationId xmlns:a16="http://schemas.microsoft.com/office/drawing/2014/main" id="{E06137F1-5DE8-4066-AADD-2F5DFE1E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demo-item-8-0">
            <a:extLst xmlns:a="http://schemas.openxmlformats.org/drawingml/2006/main">
              <a:ext uri="{FF2B5EF4-FFF2-40B4-BE49-F238E27FC236}">
                <a16:creationId xmlns:a16="http://schemas.microsoft.com/office/drawing/2014/main" id="{4E57518A-F72D-40AB-A744-10944547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Named stages and expected completion time</a:t>
            </a:r>
          </a:p>
        </p:txBody>
      </p:sp>
      <p:sp>
        <p:nvSpPr>
          <p:cNvPr id="8" name="demo-index-8-1">
            <a:extLst xmlns:a="http://schemas.openxmlformats.org/drawingml/2006/main">
              <a:ext uri="{FF2B5EF4-FFF2-40B4-BE49-F238E27FC236}">
                <a16:creationId xmlns:a16="http://schemas.microsoft.com/office/drawing/2014/main" id="{1D9F5F47-CD33-4AAD-9641-05BE3EC9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demo-item-8-1">
            <a:extLst xmlns:a="http://schemas.openxmlformats.org/drawingml/2006/main">
              <a:ext uri="{FF2B5EF4-FFF2-40B4-BE49-F238E27FC236}">
                <a16:creationId xmlns:a16="http://schemas.microsoft.com/office/drawing/2014/main" id="{9290581A-6BF8-488E-AA29-A452B23B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Vehicle, budget and contact field groups</a:t>
            </a:r>
          </a:p>
        </p:txBody>
      </p:sp>
      <p:sp>
        <p:nvSpPr>
          <p:cNvPr id="10" name="demo-index-8-2">
            <a:extLst xmlns:a="http://schemas.openxmlformats.org/drawingml/2006/main">
              <a:ext uri="{FF2B5EF4-FFF2-40B4-BE49-F238E27FC236}">
                <a16:creationId xmlns:a16="http://schemas.microsoft.com/office/drawing/2014/main" id="{BF1449B6-F860-4441-9834-502AB2A6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demo-item-8-2">
            <a:extLst xmlns:a="http://schemas.openxmlformats.org/drawingml/2006/main">
              <a:ext uri="{FF2B5EF4-FFF2-40B4-BE49-F238E27FC236}">
                <a16:creationId xmlns:a16="http://schemas.microsoft.com/office/drawing/2014/main" id="{17E8AF8E-454F-4477-B32A-9A10EE6D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Validation, consent and reference confirmation</a:t>
            </a:r>
          </a:p>
        </p:txBody>
      </p:sp>
      <p:sp>
        <p:nvSpPr>
          <p:cNvPr id="12" name="value-rule-8">
            <a:extLst xmlns:a="http://schemas.openxmlformats.org/drawingml/2006/main">
              <a:ext uri="{FF2B5EF4-FFF2-40B4-BE49-F238E27FC236}">
                <a16:creationId xmlns:a16="http://schemas.microsoft.com/office/drawing/2014/main" id="{D4518A49-2A64-4199-9AB8-673652E2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alue-label-8">
            <a:extLst xmlns:a="http://schemas.openxmlformats.org/drawingml/2006/main">
              <a:ext uri="{FF2B5EF4-FFF2-40B4-BE49-F238E27FC236}">
                <a16:creationId xmlns:a16="http://schemas.microsoft.com/office/drawing/2014/main" id="{71086C46-BD77-4289-9D58-605B435A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4" name="value-text-8">
            <a:extLst xmlns:a="http://schemas.openxmlformats.org/drawingml/2006/main">
              <a:ext uri="{FF2B5EF4-FFF2-40B4-BE49-F238E27FC236}">
                <a16:creationId xmlns:a16="http://schemas.microsoft.com/office/drawing/2014/main" id="{FFCFDAB5-0877-4D0A-8287-57167476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Turns a broad vehicle need into a structured sourcing brief.</a:t>
            </a:r>
          </a:p>
        </p:txBody>
      </p:sp>
      <p:sp>
        <p:nvSpPr>
          <p:cNvPr id="15" name="page-screen-frame-8">
            <a:extLst xmlns:a="http://schemas.openxmlformats.org/drawingml/2006/main">
              <a:ext uri="{FF2B5EF4-FFF2-40B4-BE49-F238E27FC236}">
                <a16:creationId xmlns:a16="http://schemas.microsoft.com/office/drawing/2014/main" id="{2DBDD25F-D444-4019-9249-87534552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0050"/>
            <a:ext cx="621030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7ffe023f054d52"/>
          <a:stretch xmlns:a="http://schemas.openxmlformats.org/drawingml/2006/main"/>
        </p:blipFill>
        <p:spPr>
          <a:xfrm xmlns:a="http://schemas.openxmlformats.org/drawingml/2006/main">
            <a:off x="5581650" y="1000242"/>
            <a:ext cx="6210300" cy="3495442"/>
          </a:xfrm>
          <a:prstGeom xmlns:a="http://schemas.openxmlformats.org/drawingml/2006/main" prst="rect">
            <a:avLst/>
          </a:prstGeom>
        </p:spPr>
      </p:pic>
      <p:sp>
        <p:nvSpPr>
          <p:cNvPr id="17" name="footer-section-8">
            <a:extLst xmlns:a="http://schemas.openxmlformats.org/drawingml/2006/main">
              <a:ext uri="{FF2B5EF4-FFF2-40B4-BE49-F238E27FC236}">
                <a16:creationId xmlns:a16="http://schemas.microsoft.com/office/drawing/2014/main" id="{24F5F4DC-3BCB-490E-A9D0-1BFF826C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PUBLIC EXPERIENCE</a:t>
            </a:r>
          </a:p>
        </p:txBody>
      </p:sp>
      <p:sp>
        <p:nvSpPr>
          <p:cNvPr id="18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B78B9B57-97DF-42E3-815F-E117CF0F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500580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9">
            <a:extLst xmlns:a="http://schemas.openxmlformats.org/drawingml/2006/main">
              <a:ext uri="{FF2B5EF4-FFF2-40B4-BE49-F238E27FC236}">
                <a16:creationId xmlns:a16="http://schemas.microsoft.com/office/drawing/2014/main" id="{21CF2574-E89E-4BF8-B21F-9FD1083E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PUBLIC EXPERIENCE</a:t>
            </a:r>
          </a:p>
        </p:txBody>
      </p:sp>
      <p:sp>
        <p:nvSpPr>
          <p:cNvPr id="2" name="page-title-9">
            <a:extLst xmlns:a="http://schemas.openxmlformats.org/drawingml/2006/main">
              <a:ext uri="{FF2B5EF4-FFF2-40B4-BE49-F238E27FC236}">
                <a16:creationId xmlns:a16="http://schemas.microsoft.com/office/drawing/2014/main" id="{7097CFD1-85F3-4A73-BB46-8D4BBD35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I found a vehicle</a:t>
            </a:r>
          </a:p>
        </p:txBody>
      </p:sp>
      <p:sp>
        <p:nvSpPr>
          <p:cNvPr id="3" name="page-route-9">
            <a:extLst xmlns:a="http://schemas.openxmlformats.org/drawingml/2006/main">
              <a:ext uri="{FF2B5EF4-FFF2-40B4-BE49-F238E27FC236}">
                <a16:creationId xmlns:a16="http://schemas.microsoft.com/office/drawing/2014/main" id="{0C67FD3A-62FC-4C56-A99E-D8A3A9E5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/found-a-vehicle</a:t>
            </a:r>
          </a:p>
        </p:txBody>
      </p:sp>
      <p:sp>
        <p:nvSpPr>
          <p:cNvPr id="4" name="page-purpose-9">
            <a:extLst xmlns:a="http://schemas.openxmlformats.org/drawingml/2006/main">
              <a:ext uri="{FF2B5EF4-FFF2-40B4-BE49-F238E27FC236}">
                <a16:creationId xmlns:a16="http://schemas.microsoft.com/office/drawing/2014/main" id="{C95CB253-A9CE-4B7E-825F-C91001F1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Captures the identified vehicle and the assistance still required.</a:t>
            </a:r>
          </a:p>
        </p:txBody>
      </p:sp>
      <p:sp>
        <p:nvSpPr>
          <p:cNvPr id="5" name="demo-label-9">
            <a:extLst xmlns:a="http://schemas.openxmlformats.org/drawingml/2006/main">
              <a:ext uri="{FF2B5EF4-FFF2-40B4-BE49-F238E27FC236}">
                <a16:creationId xmlns:a16="http://schemas.microsoft.com/office/drawing/2014/main" id="{46F9E494-0146-4DD1-B60C-136D60C4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6" name="demo-index-9-0">
            <a:extLst xmlns:a="http://schemas.openxmlformats.org/drawingml/2006/main">
              <a:ext uri="{FF2B5EF4-FFF2-40B4-BE49-F238E27FC236}">
                <a16:creationId xmlns:a16="http://schemas.microsoft.com/office/drawing/2014/main" id="{A3859285-DAD3-4CC9-A501-AD10ABA1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demo-item-9-0">
            <a:extLst xmlns:a="http://schemas.openxmlformats.org/drawingml/2006/main">
              <a:ext uri="{FF2B5EF4-FFF2-40B4-BE49-F238E27FC236}">
                <a16:creationId xmlns:a16="http://schemas.microsoft.com/office/drawing/2014/main" id="{DA97C40F-2CDB-447B-BE27-8D6599D8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Vehicle and dealership details</a:t>
            </a:r>
          </a:p>
        </p:txBody>
      </p:sp>
      <p:sp>
        <p:nvSpPr>
          <p:cNvPr id="8" name="demo-index-9-1">
            <a:extLst xmlns:a="http://schemas.openxmlformats.org/drawingml/2006/main">
              <a:ext uri="{FF2B5EF4-FFF2-40B4-BE49-F238E27FC236}">
                <a16:creationId xmlns:a16="http://schemas.microsoft.com/office/drawing/2014/main" id="{93197151-399E-46B2-8865-B41EA702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demo-item-9-1">
            <a:extLst xmlns:a="http://schemas.openxmlformats.org/drawingml/2006/main">
              <a:ext uri="{FF2B5EF4-FFF2-40B4-BE49-F238E27FC236}">
                <a16:creationId xmlns:a16="http://schemas.microsoft.com/office/drawing/2014/main" id="{C1C7465E-3AF8-4A5D-893E-BF1555A2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Finance, cover and tracker support choices</a:t>
            </a:r>
          </a:p>
        </p:txBody>
      </p:sp>
      <p:sp>
        <p:nvSpPr>
          <p:cNvPr id="10" name="demo-index-9-2">
            <a:extLst xmlns:a="http://schemas.openxmlformats.org/drawingml/2006/main">
              <a:ext uri="{FF2B5EF4-FFF2-40B4-BE49-F238E27FC236}">
                <a16:creationId xmlns:a16="http://schemas.microsoft.com/office/drawing/2014/main" id="{8C2ECECA-10B8-41EB-B5FF-2B25C275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demo-item-9-2">
            <a:extLst xmlns:a="http://schemas.openxmlformats.org/drawingml/2006/main">
              <a:ext uri="{FF2B5EF4-FFF2-40B4-BE49-F238E27FC236}">
                <a16:creationId xmlns:a16="http://schemas.microsoft.com/office/drawing/2014/main" id="{B9F2FD28-2078-488C-B2B3-2413B677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Consent, draft restoration and handoff reference</a:t>
            </a:r>
          </a:p>
        </p:txBody>
      </p:sp>
      <p:sp>
        <p:nvSpPr>
          <p:cNvPr id="12" name="value-rule-9">
            <a:extLst xmlns:a="http://schemas.openxmlformats.org/drawingml/2006/main">
              <a:ext uri="{FF2B5EF4-FFF2-40B4-BE49-F238E27FC236}">
                <a16:creationId xmlns:a16="http://schemas.microsoft.com/office/drawing/2014/main" id="{C5CF8E30-5E84-4361-BE61-F9FAD9AD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alue-label-9">
            <a:extLst xmlns:a="http://schemas.openxmlformats.org/drawingml/2006/main">
              <a:ext uri="{FF2B5EF4-FFF2-40B4-BE49-F238E27FC236}">
                <a16:creationId xmlns:a16="http://schemas.microsoft.com/office/drawing/2014/main" id="{FC309FD0-F6CF-4D07-A0DF-8FA99661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4" name="value-text-9">
            <a:extLst xmlns:a="http://schemas.openxmlformats.org/drawingml/2006/main">
              <a:ext uri="{FF2B5EF4-FFF2-40B4-BE49-F238E27FC236}">
                <a16:creationId xmlns:a16="http://schemas.microsoft.com/office/drawing/2014/main" id="{B6D61B9C-258D-4B3E-8CA8-A52BB65B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Creates a faster route for customers who have already done the search.</a:t>
            </a:r>
          </a:p>
        </p:txBody>
      </p:sp>
      <p:sp>
        <p:nvSpPr>
          <p:cNvPr id="15" name="page-screen-frame-9">
            <a:extLst xmlns:a="http://schemas.openxmlformats.org/drawingml/2006/main">
              <a:ext uri="{FF2B5EF4-FFF2-40B4-BE49-F238E27FC236}">
                <a16:creationId xmlns:a16="http://schemas.microsoft.com/office/drawing/2014/main" id="{5F4EF9DC-E1A8-4BA2-A002-1440E7AB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0050"/>
            <a:ext cx="621030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af80a433d646f3"/>
          <a:stretch xmlns:a="http://schemas.openxmlformats.org/drawingml/2006/main"/>
        </p:blipFill>
        <p:spPr>
          <a:xfrm xmlns:a="http://schemas.openxmlformats.org/drawingml/2006/main">
            <a:off x="5581650" y="1000242"/>
            <a:ext cx="6210300" cy="3495442"/>
          </a:xfrm>
          <a:prstGeom xmlns:a="http://schemas.openxmlformats.org/drawingml/2006/main" prst="rect">
            <a:avLst/>
          </a:prstGeom>
        </p:spPr>
      </p:pic>
      <p:sp>
        <p:nvSpPr>
          <p:cNvPr id="17" name="footer-section-9">
            <a:extLst xmlns:a="http://schemas.openxmlformats.org/drawingml/2006/main">
              <a:ext uri="{FF2B5EF4-FFF2-40B4-BE49-F238E27FC236}">
                <a16:creationId xmlns:a16="http://schemas.microsoft.com/office/drawing/2014/main" id="{C423C7F1-F152-4148-AA20-41BE4781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PUBLIC EXPERIENCE</a:t>
            </a:r>
          </a:p>
        </p:txBody>
      </p:sp>
      <p:sp>
        <p:nvSpPr>
          <p:cNvPr id="18" name="footer-number-9">
            <a:extLst xmlns:a="http://schemas.openxmlformats.org/drawingml/2006/main">
              <a:ext uri="{FF2B5EF4-FFF2-40B4-BE49-F238E27FC236}">
                <a16:creationId xmlns:a16="http://schemas.microsoft.com/office/drawing/2014/main" id="{650C2AAE-591A-4113-9A46-A92A2DB7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613987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10">
            <a:extLst xmlns:a="http://schemas.openxmlformats.org/drawingml/2006/main">
              <a:ext uri="{FF2B5EF4-FFF2-40B4-BE49-F238E27FC236}">
                <a16:creationId xmlns:a16="http://schemas.microsoft.com/office/drawing/2014/main" id="{9CE01061-A126-4D6E-8155-C246ADB0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PUBLIC EXPERIENCE</a:t>
            </a:r>
          </a:p>
        </p:txBody>
      </p:sp>
      <p:sp>
        <p:nvSpPr>
          <p:cNvPr id="2" name="page-title-10">
            <a:extLst xmlns:a="http://schemas.openxmlformats.org/drawingml/2006/main">
              <a:ext uri="{FF2B5EF4-FFF2-40B4-BE49-F238E27FC236}">
                <a16:creationId xmlns:a16="http://schemas.microsoft.com/office/drawing/2014/main" id="{07CB00FD-595E-4FFA-9CA2-16882B0C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Fleet enquiry</a:t>
            </a:r>
          </a:p>
        </p:txBody>
      </p:sp>
      <p:sp>
        <p:nvSpPr>
          <p:cNvPr id="3" name="page-route-10">
            <a:extLst xmlns:a="http://schemas.openxmlformats.org/drawingml/2006/main">
              <a:ext uri="{FF2B5EF4-FFF2-40B4-BE49-F238E27FC236}">
                <a16:creationId xmlns:a16="http://schemas.microsoft.com/office/drawing/2014/main" id="{D2E329A9-9AA7-41E0-9E67-515B2CB6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/fleet</a:t>
            </a:r>
          </a:p>
        </p:txBody>
      </p:sp>
      <p:sp>
        <p:nvSpPr>
          <p:cNvPr id="4" name="page-purpose-10">
            <a:extLst xmlns:a="http://schemas.openxmlformats.org/drawingml/2006/main">
              <a:ext uri="{FF2B5EF4-FFF2-40B4-BE49-F238E27FC236}">
                <a16:creationId xmlns:a16="http://schemas.microsoft.com/office/drawing/2014/main" id="{D900A3CE-3F2D-45E9-8F5F-4EE4E6A4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Collects company, fleet and operational requirements.</a:t>
            </a:r>
          </a:p>
        </p:txBody>
      </p:sp>
      <p:sp>
        <p:nvSpPr>
          <p:cNvPr id="5" name="demo-label-10">
            <a:extLst xmlns:a="http://schemas.openxmlformats.org/drawingml/2006/main">
              <a:ext uri="{FF2B5EF4-FFF2-40B4-BE49-F238E27FC236}">
                <a16:creationId xmlns:a16="http://schemas.microsoft.com/office/drawing/2014/main" id="{46EB102B-7AD2-439A-A4CC-95407666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6" name="demo-index-10-0">
            <a:extLst xmlns:a="http://schemas.openxmlformats.org/drawingml/2006/main">
              <a:ext uri="{FF2B5EF4-FFF2-40B4-BE49-F238E27FC236}">
                <a16:creationId xmlns:a16="http://schemas.microsoft.com/office/drawing/2014/main" id="{9641F112-08C5-4F88-BB7A-4FABDC83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demo-item-10-0">
            <a:extLst xmlns:a="http://schemas.openxmlformats.org/drawingml/2006/main">
              <a:ext uri="{FF2B5EF4-FFF2-40B4-BE49-F238E27FC236}">
                <a16:creationId xmlns:a16="http://schemas.microsoft.com/office/drawing/2014/main" id="{8A5CACB0-035B-4881-A181-67DE845E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Business and contact context</a:t>
            </a:r>
          </a:p>
        </p:txBody>
      </p:sp>
      <p:sp>
        <p:nvSpPr>
          <p:cNvPr id="8" name="demo-index-10-1">
            <a:extLst xmlns:a="http://schemas.openxmlformats.org/drawingml/2006/main">
              <a:ext uri="{FF2B5EF4-FFF2-40B4-BE49-F238E27FC236}">
                <a16:creationId xmlns:a16="http://schemas.microsoft.com/office/drawing/2014/main" id="{00F2634B-D570-43C6-8C9E-445F2B38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demo-item-10-1">
            <a:extLst xmlns:a="http://schemas.openxmlformats.org/drawingml/2006/main">
              <a:ext uri="{FF2B5EF4-FFF2-40B4-BE49-F238E27FC236}">
                <a16:creationId xmlns:a16="http://schemas.microsoft.com/office/drawing/2014/main" id="{0CFD07A8-B1B0-4E2E-87FD-4E34055D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Vehicle quantity, use and timing</a:t>
            </a:r>
          </a:p>
        </p:txBody>
      </p:sp>
      <p:sp>
        <p:nvSpPr>
          <p:cNvPr id="10" name="demo-index-10-2">
            <a:extLst xmlns:a="http://schemas.openxmlformats.org/drawingml/2006/main">
              <a:ext uri="{FF2B5EF4-FFF2-40B4-BE49-F238E27FC236}">
                <a16:creationId xmlns:a16="http://schemas.microsoft.com/office/drawing/2014/main" id="{8985FAC0-CB28-4646-9601-233DA2A2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demo-item-10-2">
            <a:extLst xmlns:a="http://schemas.openxmlformats.org/drawingml/2006/main">
              <a:ext uri="{FF2B5EF4-FFF2-40B4-BE49-F238E27FC236}">
                <a16:creationId xmlns:a16="http://schemas.microsoft.com/office/drawing/2014/main" id="{845BE98B-6B29-4858-8AD8-78E9B8CD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Consultation handoff and reference confirmation</a:t>
            </a:r>
          </a:p>
        </p:txBody>
      </p:sp>
      <p:sp>
        <p:nvSpPr>
          <p:cNvPr id="12" name="value-rule-10">
            <a:extLst xmlns:a="http://schemas.openxmlformats.org/drawingml/2006/main">
              <a:ext uri="{FF2B5EF4-FFF2-40B4-BE49-F238E27FC236}">
                <a16:creationId xmlns:a16="http://schemas.microsoft.com/office/drawing/2014/main" id="{47032EAD-1798-4223-B7D3-C03CBF71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alue-label-10">
            <a:extLst xmlns:a="http://schemas.openxmlformats.org/drawingml/2006/main">
              <a:ext uri="{FF2B5EF4-FFF2-40B4-BE49-F238E27FC236}">
                <a16:creationId xmlns:a16="http://schemas.microsoft.com/office/drawing/2014/main" id="{309FDBD2-B900-4152-A683-DB588652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4" name="value-text-10">
            <a:extLst xmlns:a="http://schemas.openxmlformats.org/drawingml/2006/main">
              <a:ext uri="{FF2B5EF4-FFF2-40B4-BE49-F238E27FC236}">
                <a16:creationId xmlns:a16="http://schemas.microsoft.com/office/drawing/2014/main" id="{1FAA1EA8-B1E5-42E4-A6F9-C56E55FF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Provides a dedicated path for more complex commercial needs.</a:t>
            </a:r>
          </a:p>
        </p:txBody>
      </p:sp>
      <p:sp>
        <p:nvSpPr>
          <p:cNvPr id="15" name="page-screen-frame-10">
            <a:extLst xmlns:a="http://schemas.openxmlformats.org/drawingml/2006/main">
              <a:ext uri="{FF2B5EF4-FFF2-40B4-BE49-F238E27FC236}">
                <a16:creationId xmlns:a16="http://schemas.microsoft.com/office/drawing/2014/main" id="{B3AB2323-9520-470A-AE96-5645FF16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0050"/>
            <a:ext cx="621030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6f3af83c64b48"/>
          <a:stretch xmlns:a="http://schemas.openxmlformats.org/drawingml/2006/main"/>
        </p:blipFill>
        <p:spPr>
          <a:xfrm xmlns:a="http://schemas.openxmlformats.org/drawingml/2006/main">
            <a:off x="5581650" y="1000242"/>
            <a:ext cx="6210300" cy="3495442"/>
          </a:xfrm>
          <a:prstGeom xmlns:a="http://schemas.openxmlformats.org/drawingml/2006/main" prst="rect">
            <a:avLst/>
          </a:prstGeom>
        </p:spPr>
      </p:pic>
      <p:sp>
        <p:nvSpPr>
          <p:cNvPr id="17" name="footer-section-10">
            <a:extLst xmlns:a="http://schemas.openxmlformats.org/drawingml/2006/main">
              <a:ext uri="{FF2B5EF4-FFF2-40B4-BE49-F238E27FC236}">
                <a16:creationId xmlns:a16="http://schemas.microsoft.com/office/drawing/2014/main" id="{F19B200C-D257-4BAA-ADD5-8C5D6CDE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PUBLIC EXPERIENCE</a:t>
            </a:r>
          </a:p>
        </p:txBody>
      </p:sp>
      <p:sp>
        <p:nvSpPr>
          <p:cNvPr id="18" name="footer-number-10">
            <a:extLst xmlns:a="http://schemas.openxmlformats.org/drawingml/2006/main">
              <a:ext uri="{FF2B5EF4-FFF2-40B4-BE49-F238E27FC236}">
                <a16:creationId xmlns:a16="http://schemas.microsoft.com/office/drawing/2014/main" id="{DE7AAD24-453B-4777-BDAD-1B7EED42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34990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11">
            <a:extLst xmlns:a="http://schemas.openxmlformats.org/drawingml/2006/main">
              <a:ext uri="{FF2B5EF4-FFF2-40B4-BE49-F238E27FC236}">
                <a16:creationId xmlns:a16="http://schemas.microsoft.com/office/drawing/2014/main" id="{9F0DD3AA-6C43-4D97-9EB9-901DCDB8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PUBLIC EXPERIENCE</a:t>
            </a:r>
          </a:p>
        </p:txBody>
      </p:sp>
      <p:sp>
        <p:nvSpPr>
          <p:cNvPr id="2" name="page-title-11">
            <a:extLst xmlns:a="http://schemas.openxmlformats.org/drawingml/2006/main">
              <a:ext uri="{FF2B5EF4-FFF2-40B4-BE49-F238E27FC236}">
                <a16:creationId xmlns:a16="http://schemas.microsoft.com/office/drawing/2014/main" id="{191C8ADE-B607-4D37-AD9C-093A72CF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About EzeeFin</a:t>
            </a:r>
          </a:p>
        </p:txBody>
      </p:sp>
      <p:sp>
        <p:nvSpPr>
          <p:cNvPr id="3" name="page-route-11">
            <a:extLst xmlns:a="http://schemas.openxmlformats.org/drawingml/2006/main">
              <a:ext uri="{FF2B5EF4-FFF2-40B4-BE49-F238E27FC236}">
                <a16:creationId xmlns:a16="http://schemas.microsoft.com/office/drawing/2014/main" id="{099399C0-F5BA-4DF0-BAC8-6634643C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/about</a:t>
            </a:r>
          </a:p>
        </p:txBody>
      </p:sp>
      <p:sp>
        <p:nvSpPr>
          <p:cNvPr id="4" name="page-purpose-11">
            <a:extLst xmlns:a="http://schemas.openxmlformats.org/drawingml/2006/main">
              <a:ext uri="{FF2B5EF4-FFF2-40B4-BE49-F238E27FC236}">
                <a16:creationId xmlns:a16="http://schemas.microsoft.com/office/drawing/2014/main" id="{7C595A1B-6BE2-45EC-AC3B-FCB69792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Presents the company story, operating principles and authentic proof.</a:t>
            </a:r>
          </a:p>
        </p:txBody>
      </p:sp>
      <p:sp>
        <p:nvSpPr>
          <p:cNvPr id="5" name="demo-label-11">
            <a:extLst xmlns:a="http://schemas.openxmlformats.org/drawingml/2006/main">
              <a:ext uri="{FF2B5EF4-FFF2-40B4-BE49-F238E27FC236}">
                <a16:creationId xmlns:a16="http://schemas.microsoft.com/office/drawing/2014/main" id="{CD156D7C-5462-4B31-943B-C1A6A396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6" name="demo-index-11-0">
            <a:extLst xmlns:a="http://schemas.openxmlformats.org/drawingml/2006/main">
              <a:ext uri="{FF2B5EF4-FFF2-40B4-BE49-F238E27FC236}">
                <a16:creationId xmlns:a16="http://schemas.microsoft.com/office/drawing/2014/main" id="{EFDDF989-B2ED-4F9A-BB39-D4F9575A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demo-item-11-0">
            <a:extLst xmlns:a="http://schemas.openxmlformats.org/drawingml/2006/main">
              <a:ext uri="{FF2B5EF4-FFF2-40B4-BE49-F238E27FC236}">
                <a16:creationId xmlns:a16="http://schemas.microsoft.com/office/drawing/2014/main" id="{506C91EE-1FF9-4DDC-BCC0-F5A79EEA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Brand and service narrative</a:t>
            </a:r>
          </a:p>
        </p:txBody>
      </p:sp>
      <p:sp>
        <p:nvSpPr>
          <p:cNvPr id="8" name="demo-index-11-1">
            <a:extLst xmlns:a="http://schemas.openxmlformats.org/drawingml/2006/main">
              <a:ext uri="{FF2B5EF4-FFF2-40B4-BE49-F238E27FC236}">
                <a16:creationId xmlns:a16="http://schemas.microsoft.com/office/drawing/2014/main" id="{9822EBCA-3D88-4302-A0FF-96671A08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demo-item-11-1">
            <a:extLst xmlns:a="http://schemas.openxmlformats.org/drawingml/2006/main">
              <a:ext uri="{FF2B5EF4-FFF2-40B4-BE49-F238E27FC236}">
                <a16:creationId xmlns:a16="http://schemas.microsoft.com/office/drawing/2014/main" id="{4D151585-1632-4377-B81D-CF539C0D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Real delivery photography</a:t>
            </a:r>
          </a:p>
        </p:txBody>
      </p:sp>
      <p:sp>
        <p:nvSpPr>
          <p:cNvPr id="10" name="demo-index-11-2">
            <a:extLst xmlns:a="http://schemas.openxmlformats.org/drawingml/2006/main">
              <a:ext uri="{FF2B5EF4-FFF2-40B4-BE49-F238E27FC236}">
                <a16:creationId xmlns:a16="http://schemas.microsoft.com/office/drawing/2014/main" id="{85DAAD9F-5528-45C7-9CFD-94583970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demo-item-11-2">
            <a:extLst xmlns:a="http://schemas.openxmlformats.org/drawingml/2006/main">
              <a:ext uri="{FF2B5EF4-FFF2-40B4-BE49-F238E27FC236}">
                <a16:creationId xmlns:a16="http://schemas.microsoft.com/office/drawing/2014/main" id="{427463B6-A493-4566-81D9-11ACF1C0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Principles, credibility and contact action</a:t>
            </a:r>
          </a:p>
        </p:txBody>
      </p:sp>
      <p:sp>
        <p:nvSpPr>
          <p:cNvPr id="12" name="value-rule-11">
            <a:extLst xmlns:a="http://schemas.openxmlformats.org/drawingml/2006/main">
              <a:ext uri="{FF2B5EF4-FFF2-40B4-BE49-F238E27FC236}">
                <a16:creationId xmlns:a16="http://schemas.microsoft.com/office/drawing/2014/main" id="{985B89C7-539A-4333-B781-7031E0A4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alue-label-11">
            <a:extLst xmlns:a="http://schemas.openxmlformats.org/drawingml/2006/main">
              <a:ext uri="{FF2B5EF4-FFF2-40B4-BE49-F238E27FC236}">
                <a16:creationId xmlns:a16="http://schemas.microsoft.com/office/drawing/2014/main" id="{C5F60865-AC8F-43A6-952E-57CF3370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4" name="value-text-11">
            <a:extLst xmlns:a="http://schemas.openxmlformats.org/drawingml/2006/main">
              <a:ext uri="{FF2B5EF4-FFF2-40B4-BE49-F238E27FC236}">
                <a16:creationId xmlns:a16="http://schemas.microsoft.com/office/drawing/2014/main" id="{E5962F0C-71C8-4E30-8377-2C88B584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Reinforces that the service is human, established and accountable.</a:t>
            </a:r>
          </a:p>
        </p:txBody>
      </p:sp>
      <p:sp>
        <p:nvSpPr>
          <p:cNvPr id="15" name="page-screen-frame-11">
            <a:extLst xmlns:a="http://schemas.openxmlformats.org/drawingml/2006/main">
              <a:ext uri="{FF2B5EF4-FFF2-40B4-BE49-F238E27FC236}">
                <a16:creationId xmlns:a16="http://schemas.microsoft.com/office/drawing/2014/main" id="{030FE387-3409-468B-8EB2-3E13A87F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0050"/>
            <a:ext cx="621030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31e30355a74c4b"/>
          <a:stretch xmlns:a="http://schemas.openxmlformats.org/drawingml/2006/main"/>
        </p:blipFill>
        <p:spPr>
          <a:xfrm xmlns:a="http://schemas.openxmlformats.org/drawingml/2006/main">
            <a:off x="5581650" y="1000242"/>
            <a:ext cx="6210300" cy="3495442"/>
          </a:xfrm>
          <a:prstGeom xmlns:a="http://schemas.openxmlformats.org/drawingml/2006/main" prst="rect">
            <a:avLst/>
          </a:prstGeom>
        </p:spPr>
      </p:pic>
      <p:sp>
        <p:nvSpPr>
          <p:cNvPr id="17" name="footer-section-11">
            <a:extLst xmlns:a="http://schemas.openxmlformats.org/drawingml/2006/main">
              <a:ext uri="{FF2B5EF4-FFF2-40B4-BE49-F238E27FC236}">
                <a16:creationId xmlns:a16="http://schemas.microsoft.com/office/drawing/2014/main" id="{57BBE016-E515-4190-A431-90643311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PUBLIC EXPERIENCE</a:t>
            </a:r>
          </a:p>
        </p:txBody>
      </p:sp>
      <p:sp>
        <p:nvSpPr>
          <p:cNvPr id="18" name="footer-number-11">
            <a:extLst xmlns:a="http://schemas.openxmlformats.org/drawingml/2006/main">
              <a:ext uri="{FF2B5EF4-FFF2-40B4-BE49-F238E27FC236}">
                <a16:creationId xmlns:a16="http://schemas.microsoft.com/office/drawing/2014/main" id="{6E64B95F-6FC7-4A5F-806F-FC8871FF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63307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12">
            <a:extLst xmlns:a="http://schemas.openxmlformats.org/drawingml/2006/main">
              <a:ext uri="{FF2B5EF4-FFF2-40B4-BE49-F238E27FC236}">
                <a16:creationId xmlns:a16="http://schemas.microsoft.com/office/drawing/2014/main" id="{8FC1A2E6-806C-4490-9BF6-754D178D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PUBLIC EXPERIENCE</a:t>
            </a:r>
          </a:p>
        </p:txBody>
      </p:sp>
      <p:sp>
        <p:nvSpPr>
          <p:cNvPr id="2" name="page-title-12">
            <a:extLst xmlns:a="http://schemas.openxmlformats.org/drawingml/2006/main">
              <a:ext uri="{FF2B5EF4-FFF2-40B4-BE49-F238E27FC236}">
                <a16:creationId xmlns:a16="http://schemas.microsoft.com/office/drawing/2014/main" id="{7CE32D08-1737-4CA5-A25C-0F762426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061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Frequently asked questions</a:t>
            </a:r>
          </a:p>
        </p:txBody>
      </p:sp>
      <p:sp>
        <p:nvSpPr>
          <p:cNvPr id="3" name="page-route-12">
            <a:extLst xmlns:a="http://schemas.openxmlformats.org/drawingml/2006/main">
              <a:ext uri="{FF2B5EF4-FFF2-40B4-BE49-F238E27FC236}">
                <a16:creationId xmlns:a16="http://schemas.microsoft.com/office/drawing/2014/main" id="{C688B2B2-93FD-4BD8-B887-CF13D240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/faqs</a:t>
            </a:r>
          </a:p>
        </p:txBody>
      </p:sp>
      <p:sp>
        <p:nvSpPr>
          <p:cNvPr id="4" name="page-purpose-12">
            <a:extLst xmlns:a="http://schemas.openxmlformats.org/drawingml/2006/main">
              <a:ext uri="{FF2B5EF4-FFF2-40B4-BE49-F238E27FC236}">
                <a16:creationId xmlns:a16="http://schemas.microsoft.com/office/drawing/2014/main" id="{498F83CA-17AE-49E8-A87D-8CB71F64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Answers common questions in categorized, accessible accordions.</a:t>
            </a:r>
          </a:p>
        </p:txBody>
      </p:sp>
      <p:sp>
        <p:nvSpPr>
          <p:cNvPr id="5" name="demo-label-12">
            <a:extLst xmlns:a="http://schemas.openxmlformats.org/drawingml/2006/main">
              <a:ext uri="{FF2B5EF4-FFF2-40B4-BE49-F238E27FC236}">
                <a16:creationId xmlns:a16="http://schemas.microsoft.com/office/drawing/2014/main" id="{C9F9FA77-355D-444A-9F29-AD7CFB38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6" name="demo-index-12-0">
            <a:extLst xmlns:a="http://schemas.openxmlformats.org/drawingml/2006/main">
              <a:ext uri="{FF2B5EF4-FFF2-40B4-BE49-F238E27FC236}">
                <a16:creationId xmlns:a16="http://schemas.microsoft.com/office/drawing/2014/main" id="{488A35C3-1FE9-4BF1-A5D2-E56434D6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demo-item-12-0">
            <a:extLst xmlns:a="http://schemas.openxmlformats.org/drawingml/2006/main">
              <a:ext uri="{FF2B5EF4-FFF2-40B4-BE49-F238E27FC236}">
                <a16:creationId xmlns:a16="http://schemas.microsoft.com/office/drawing/2014/main" id="{F1BB65A3-0278-40A2-971A-C71E0284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Categories for sourcing, finance, delivery and support</a:t>
            </a:r>
          </a:p>
        </p:txBody>
      </p:sp>
      <p:sp>
        <p:nvSpPr>
          <p:cNvPr id="8" name="demo-index-12-1">
            <a:extLst xmlns:a="http://schemas.openxmlformats.org/drawingml/2006/main">
              <a:ext uri="{FF2B5EF4-FFF2-40B4-BE49-F238E27FC236}">
                <a16:creationId xmlns:a16="http://schemas.microsoft.com/office/drawing/2014/main" id="{5E0CED3C-6E66-4EBC-A713-EA5A8CC0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demo-item-12-1">
            <a:extLst xmlns:a="http://schemas.openxmlformats.org/drawingml/2006/main">
              <a:ext uri="{FF2B5EF4-FFF2-40B4-BE49-F238E27FC236}">
                <a16:creationId xmlns:a16="http://schemas.microsoft.com/office/drawing/2014/main" id="{92A12F75-58BC-4879-9F20-B0BCD1ED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Large accordion touch targets</a:t>
            </a:r>
          </a:p>
        </p:txBody>
      </p:sp>
      <p:sp>
        <p:nvSpPr>
          <p:cNvPr id="10" name="demo-index-12-2">
            <a:extLst xmlns:a="http://schemas.openxmlformats.org/drawingml/2006/main">
              <a:ext uri="{FF2B5EF4-FFF2-40B4-BE49-F238E27FC236}">
                <a16:creationId xmlns:a16="http://schemas.microsoft.com/office/drawing/2014/main" id="{AC39D9E6-2933-46EB-8561-9B498791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demo-item-12-2">
            <a:extLst xmlns:a="http://schemas.openxmlformats.org/drawingml/2006/main">
              <a:ext uri="{FF2B5EF4-FFF2-40B4-BE49-F238E27FC236}">
                <a16:creationId xmlns:a16="http://schemas.microsoft.com/office/drawing/2014/main" id="{0A5194E7-E60B-4A19-BBB1-2315B8BA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Clear next step when an answer needs personal guidance</a:t>
            </a:r>
          </a:p>
        </p:txBody>
      </p:sp>
      <p:sp>
        <p:nvSpPr>
          <p:cNvPr id="12" name="value-rule-12">
            <a:extLst xmlns:a="http://schemas.openxmlformats.org/drawingml/2006/main">
              <a:ext uri="{FF2B5EF4-FFF2-40B4-BE49-F238E27FC236}">
                <a16:creationId xmlns:a16="http://schemas.microsoft.com/office/drawing/2014/main" id="{54BFB7B9-8EC6-4E73-BFAB-6B946956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alue-label-12">
            <a:extLst xmlns:a="http://schemas.openxmlformats.org/drawingml/2006/main">
              <a:ext uri="{FF2B5EF4-FFF2-40B4-BE49-F238E27FC236}">
                <a16:creationId xmlns:a16="http://schemas.microsoft.com/office/drawing/2014/main" id="{53E36620-E3A3-4AAD-AC86-FA9BAFF5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4" name="value-text-12">
            <a:extLst xmlns:a="http://schemas.openxmlformats.org/drawingml/2006/main">
              <a:ext uri="{FF2B5EF4-FFF2-40B4-BE49-F238E27FC236}">
                <a16:creationId xmlns:a16="http://schemas.microsoft.com/office/drawing/2014/main" id="{CEDCFA3B-6807-44C4-9C12-E51BD7E1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Reduces uncertainty without forcing a customer to contact support.</a:t>
            </a:r>
          </a:p>
        </p:txBody>
      </p:sp>
      <p:sp>
        <p:nvSpPr>
          <p:cNvPr id="15" name="page-screen-frame-12">
            <a:extLst xmlns:a="http://schemas.openxmlformats.org/drawingml/2006/main">
              <a:ext uri="{FF2B5EF4-FFF2-40B4-BE49-F238E27FC236}">
                <a16:creationId xmlns:a16="http://schemas.microsoft.com/office/drawing/2014/main" id="{6114589B-8864-42B3-BF69-EF4EF6CA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0050"/>
            <a:ext cx="621030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3ffed3f0d46c8"/>
          <a:stretch xmlns:a="http://schemas.openxmlformats.org/drawingml/2006/main"/>
        </p:blipFill>
        <p:spPr>
          <a:xfrm xmlns:a="http://schemas.openxmlformats.org/drawingml/2006/main">
            <a:off x="5581650" y="1000242"/>
            <a:ext cx="6210300" cy="3495442"/>
          </a:xfrm>
          <a:prstGeom xmlns:a="http://schemas.openxmlformats.org/drawingml/2006/main" prst="rect">
            <a:avLst/>
          </a:prstGeom>
        </p:spPr>
      </p:pic>
      <p:sp>
        <p:nvSpPr>
          <p:cNvPr id="17" name="footer-section-12">
            <a:extLst xmlns:a="http://schemas.openxmlformats.org/drawingml/2006/main">
              <a:ext uri="{FF2B5EF4-FFF2-40B4-BE49-F238E27FC236}">
                <a16:creationId xmlns:a16="http://schemas.microsoft.com/office/drawing/2014/main" id="{8044C001-6B80-4324-9A36-C750FE32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PUBLIC EXPERIENCE</a:t>
            </a:r>
          </a:p>
        </p:txBody>
      </p:sp>
      <p:sp>
        <p:nvSpPr>
          <p:cNvPr id="18" name="footer-number-12">
            <a:extLst xmlns:a="http://schemas.openxmlformats.org/drawingml/2006/main">
              <a:ext uri="{FF2B5EF4-FFF2-40B4-BE49-F238E27FC236}">
                <a16:creationId xmlns:a16="http://schemas.microsoft.com/office/drawing/2014/main" id="{988A652F-4317-4BB7-A8B7-162BD5CE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738520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13">
            <a:extLst xmlns:a="http://schemas.openxmlformats.org/drawingml/2006/main">
              <a:ext uri="{FF2B5EF4-FFF2-40B4-BE49-F238E27FC236}">
                <a16:creationId xmlns:a16="http://schemas.microsoft.com/office/drawing/2014/main" id="{C1F228E3-973B-46E1-BC5B-AF5B5729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PUBLIC EXPERIENCE</a:t>
            </a:r>
          </a:p>
        </p:txBody>
      </p:sp>
      <p:sp>
        <p:nvSpPr>
          <p:cNvPr id="2" name="page-title-13">
            <a:extLst xmlns:a="http://schemas.openxmlformats.org/drawingml/2006/main">
              <a:ext uri="{FF2B5EF4-FFF2-40B4-BE49-F238E27FC236}">
                <a16:creationId xmlns:a16="http://schemas.microsoft.com/office/drawing/2014/main" id="{20EA200D-4C3E-48DC-916C-3E3F2CF2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Contact</a:t>
            </a:r>
          </a:p>
        </p:txBody>
      </p:sp>
      <p:sp>
        <p:nvSpPr>
          <p:cNvPr id="3" name="page-route-13">
            <a:extLst xmlns:a="http://schemas.openxmlformats.org/drawingml/2006/main">
              <a:ext uri="{FF2B5EF4-FFF2-40B4-BE49-F238E27FC236}">
                <a16:creationId xmlns:a16="http://schemas.microsoft.com/office/drawing/2014/main" id="{0038F515-F5E8-4819-97D5-7396BCE3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/contact</a:t>
            </a:r>
          </a:p>
        </p:txBody>
      </p:sp>
      <p:sp>
        <p:nvSpPr>
          <p:cNvPr id="4" name="page-purpose-13">
            <a:extLst xmlns:a="http://schemas.openxmlformats.org/drawingml/2006/main">
              <a:ext uri="{FF2B5EF4-FFF2-40B4-BE49-F238E27FC236}">
                <a16:creationId xmlns:a16="http://schemas.microsoft.com/office/drawing/2014/main" id="{19DECDF1-E49A-4992-813F-D37692B8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Provides direct concierge contact and a clearly separated complaints path.</a:t>
            </a:r>
          </a:p>
        </p:txBody>
      </p:sp>
      <p:sp>
        <p:nvSpPr>
          <p:cNvPr id="5" name="demo-label-13">
            <a:extLst xmlns:a="http://schemas.openxmlformats.org/drawingml/2006/main">
              <a:ext uri="{FF2B5EF4-FFF2-40B4-BE49-F238E27FC236}">
                <a16:creationId xmlns:a16="http://schemas.microsoft.com/office/drawing/2014/main" id="{54217991-78FB-4322-BF47-0A09EF79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6" name="demo-index-13-0">
            <a:extLst xmlns:a="http://schemas.openxmlformats.org/drawingml/2006/main">
              <a:ext uri="{FF2B5EF4-FFF2-40B4-BE49-F238E27FC236}">
                <a16:creationId xmlns:a16="http://schemas.microsoft.com/office/drawing/2014/main" id="{B21A4E43-0227-4BCA-8A3B-899AFD36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demo-item-13-0">
            <a:extLst xmlns:a="http://schemas.openxmlformats.org/drawingml/2006/main">
              <a:ext uri="{FF2B5EF4-FFF2-40B4-BE49-F238E27FC236}">
                <a16:creationId xmlns:a16="http://schemas.microsoft.com/office/drawing/2014/main" id="{D5B3967C-D652-4BB0-B78F-2E998785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Phone, email and WhatsApp options</a:t>
            </a:r>
          </a:p>
        </p:txBody>
      </p:sp>
      <p:sp>
        <p:nvSpPr>
          <p:cNvPr id="8" name="demo-index-13-1">
            <a:extLst xmlns:a="http://schemas.openxmlformats.org/drawingml/2006/main">
              <a:ext uri="{FF2B5EF4-FFF2-40B4-BE49-F238E27FC236}">
                <a16:creationId xmlns:a16="http://schemas.microsoft.com/office/drawing/2014/main" id="{D92B5842-7DD7-428C-8C50-135EB724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demo-item-13-1">
            <a:extLst xmlns:a="http://schemas.openxmlformats.org/drawingml/2006/main">
              <a:ext uri="{FF2B5EF4-FFF2-40B4-BE49-F238E27FC236}">
                <a16:creationId xmlns:a16="http://schemas.microsoft.com/office/drawing/2014/main" id="{61BAB401-1ED8-4FAD-B777-2AC2FEDA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Office details and availability expectations</a:t>
            </a:r>
          </a:p>
        </p:txBody>
      </p:sp>
      <p:sp>
        <p:nvSpPr>
          <p:cNvPr id="10" name="demo-index-13-2">
            <a:extLst xmlns:a="http://schemas.openxmlformats.org/drawingml/2006/main">
              <a:ext uri="{FF2B5EF4-FFF2-40B4-BE49-F238E27FC236}">
                <a16:creationId xmlns:a16="http://schemas.microsoft.com/office/drawing/2014/main" id="{519BB2BF-A085-4162-9226-08129EB1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demo-item-13-2">
            <a:extLst xmlns:a="http://schemas.openxmlformats.org/drawingml/2006/main">
              <a:ext uri="{FF2B5EF4-FFF2-40B4-BE49-F238E27FC236}">
                <a16:creationId xmlns:a16="http://schemas.microsoft.com/office/drawing/2014/main" id="{61D5A2E1-E108-485E-860E-737ACE89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Complaints and escalation information</a:t>
            </a:r>
          </a:p>
        </p:txBody>
      </p:sp>
      <p:sp>
        <p:nvSpPr>
          <p:cNvPr id="12" name="value-rule-13">
            <a:extLst xmlns:a="http://schemas.openxmlformats.org/drawingml/2006/main">
              <a:ext uri="{FF2B5EF4-FFF2-40B4-BE49-F238E27FC236}">
                <a16:creationId xmlns:a16="http://schemas.microsoft.com/office/drawing/2014/main" id="{B9081C4E-C9CC-49FC-9881-789E255E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alue-label-13">
            <a:extLst xmlns:a="http://schemas.openxmlformats.org/drawingml/2006/main">
              <a:ext uri="{FF2B5EF4-FFF2-40B4-BE49-F238E27FC236}">
                <a16:creationId xmlns:a16="http://schemas.microsoft.com/office/drawing/2014/main" id="{7F2FDA2E-FF67-4B6E-BE60-5303E81B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4" name="value-text-13">
            <a:extLst xmlns:a="http://schemas.openxmlformats.org/drawingml/2006/main">
              <a:ext uri="{FF2B5EF4-FFF2-40B4-BE49-F238E27FC236}">
                <a16:creationId xmlns:a16="http://schemas.microsoft.com/office/drawing/2014/main" id="{EE4602B2-6F44-4C2E-832A-35BAE7F6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Makes human help easy to find and sets response expectations.</a:t>
            </a:r>
          </a:p>
        </p:txBody>
      </p:sp>
      <p:sp>
        <p:nvSpPr>
          <p:cNvPr id="15" name="page-screen-frame-13">
            <a:extLst xmlns:a="http://schemas.openxmlformats.org/drawingml/2006/main">
              <a:ext uri="{FF2B5EF4-FFF2-40B4-BE49-F238E27FC236}">
                <a16:creationId xmlns:a16="http://schemas.microsoft.com/office/drawing/2014/main" id="{A911EA59-25DF-4A26-8479-1B13009A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0050"/>
            <a:ext cx="621030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328772ce6145a2"/>
          <a:stretch xmlns:a="http://schemas.openxmlformats.org/drawingml/2006/main"/>
        </p:blipFill>
        <p:spPr>
          <a:xfrm xmlns:a="http://schemas.openxmlformats.org/drawingml/2006/main">
            <a:off x="5581650" y="1000242"/>
            <a:ext cx="6210300" cy="3495442"/>
          </a:xfrm>
          <a:prstGeom xmlns:a="http://schemas.openxmlformats.org/drawingml/2006/main" prst="rect">
            <a:avLst/>
          </a:prstGeom>
        </p:spPr>
      </p:pic>
      <p:sp>
        <p:nvSpPr>
          <p:cNvPr id="17" name="footer-section-13">
            <a:extLst xmlns:a="http://schemas.openxmlformats.org/drawingml/2006/main">
              <a:ext uri="{FF2B5EF4-FFF2-40B4-BE49-F238E27FC236}">
                <a16:creationId xmlns:a16="http://schemas.microsoft.com/office/drawing/2014/main" id="{94C3BE5C-5187-4FB5-AB1D-84360193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PUBLIC EXPERIENCE</a:t>
            </a:r>
          </a:p>
        </p:txBody>
      </p:sp>
      <p:sp>
        <p:nvSpPr>
          <p:cNvPr id="18" name="footer-number-13">
            <a:extLst xmlns:a="http://schemas.openxmlformats.org/drawingml/2006/main">
              <a:ext uri="{FF2B5EF4-FFF2-40B4-BE49-F238E27FC236}">
                <a16:creationId xmlns:a16="http://schemas.microsoft.com/office/drawing/2014/main" id="{D171733B-138C-4631-97C4-B010FDDB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4907936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14">
            <a:extLst xmlns:a="http://schemas.openxmlformats.org/drawingml/2006/main">
              <a:ext uri="{FF2B5EF4-FFF2-40B4-BE49-F238E27FC236}">
                <a16:creationId xmlns:a16="http://schemas.microsoft.com/office/drawing/2014/main" id="{3D9110D9-66C3-4A77-B571-6057EADC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PUBLIC EXPERIENCE</a:t>
            </a:r>
          </a:p>
        </p:txBody>
      </p:sp>
      <p:sp>
        <p:nvSpPr>
          <p:cNvPr id="2" name="page-title-14">
            <a:extLst xmlns:a="http://schemas.openxmlformats.org/drawingml/2006/main">
              <a:ext uri="{FF2B5EF4-FFF2-40B4-BE49-F238E27FC236}">
                <a16:creationId xmlns:a16="http://schemas.microsoft.com/office/drawing/2014/main" id="{6936D54B-6ABB-47E3-9D24-220504D5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Privacy notice</a:t>
            </a:r>
          </a:p>
        </p:txBody>
      </p:sp>
      <p:sp>
        <p:nvSpPr>
          <p:cNvPr id="3" name="page-route-14">
            <a:extLst xmlns:a="http://schemas.openxmlformats.org/drawingml/2006/main">
              <a:ext uri="{FF2B5EF4-FFF2-40B4-BE49-F238E27FC236}">
                <a16:creationId xmlns:a16="http://schemas.microsoft.com/office/drawing/2014/main" id="{25EAE075-2040-4510-84DC-0B6CFB43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/privacy</a:t>
            </a:r>
          </a:p>
        </p:txBody>
      </p:sp>
      <p:sp>
        <p:nvSpPr>
          <p:cNvPr id="4" name="page-purpose-14">
            <a:extLst xmlns:a="http://schemas.openxmlformats.org/drawingml/2006/main">
              <a:ext uri="{FF2B5EF4-FFF2-40B4-BE49-F238E27FC236}">
                <a16:creationId xmlns:a16="http://schemas.microsoft.com/office/drawing/2014/main" id="{CCC2DF48-FA75-4C46-BA00-E143C527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Explains how personal information is handled in a calm reading layout.</a:t>
            </a:r>
          </a:p>
        </p:txBody>
      </p:sp>
      <p:sp>
        <p:nvSpPr>
          <p:cNvPr id="5" name="demo-label-14">
            <a:extLst xmlns:a="http://schemas.openxmlformats.org/drawingml/2006/main">
              <a:ext uri="{FF2B5EF4-FFF2-40B4-BE49-F238E27FC236}">
                <a16:creationId xmlns:a16="http://schemas.microsoft.com/office/drawing/2014/main" id="{6D437768-BE2A-4A38-A979-0A9E16AF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6" name="demo-index-14-0">
            <a:extLst xmlns:a="http://schemas.openxmlformats.org/drawingml/2006/main">
              <a:ext uri="{FF2B5EF4-FFF2-40B4-BE49-F238E27FC236}">
                <a16:creationId xmlns:a16="http://schemas.microsoft.com/office/drawing/2014/main" id="{21A41E02-27F1-4E1F-A44A-CCC8F7F2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demo-item-14-0">
            <a:extLst xmlns:a="http://schemas.openxmlformats.org/drawingml/2006/main">
              <a:ext uri="{FF2B5EF4-FFF2-40B4-BE49-F238E27FC236}">
                <a16:creationId xmlns:a16="http://schemas.microsoft.com/office/drawing/2014/main" id="{B1E6D548-15D9-4347-997D-96DD63D8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Desktop contents rail</a:t>
            </a:r>
          </a:p>
        </p:txBody>
      </p:sp>
      <p:sp>
        <p:nvSpPr>
          <p:cNvPr id="8" name="demo-index-14-1">
            <a:extLst xmlns:a="http://schemas.openxmlformats.org/drawingml/2006/main">
              <a:ext uri="{FF2B5EF4-FFF2-40B4-BE49-F238E27FC236}">
                <a16:creationId xmlns:a16="http://schemas.microsoft.com/office/drawing/2014/main" id="{AAAB7A3E-9009-41E7-9DF7-9C5D7767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demo-item-14-1">
            <a:extLst xmlns:a="http://schemas.openxmlformats.org/drawingml/2006/main">
              <a:ext uri="{FF2B5EF4-FFF2-40B4-BE49-F238E27FC236}">
                <a16:creationId xmlns:a16="http://schemas.microsoft.com/office/drawing/2014/main" id="{57D00AFA-6780-432A-9C8B-BCB7923B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Readable legal sections and retention context</a:t>
            </a:r>
          </a:p>
        </p:txBody>
      </p:sp>
      <p:sp>
        <p:nvSpPr>
          <p:cNvPr id="10" name="demo-index-14-2">
            <a:extLst xmlns:a="http://schemas.openxmlformats.org/drawingml/2006/main">
              <a:ext uri="{FF2B5EF4-FFF2-40B4-BE49-F238E27FC236}">
                <a16:creationId xmlns:a16="http://schemas.microsoft.com/office/drawing/2014/main" id="{BA57E20D-75D7-48D0-886C-00E2AC63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demo-item-14-2">
            <a:extLst xmlns:a="http://schemas.openxmlformats.org/drawingml/2006/main">
              <a:ext uri="{FF2B5EF4-FFF2-40B4-BE49-F238E27FC236}">
                <a16:creationId xmlns:a16="http://schemas.microsoft.com/office/drawing/2014/main" id="{44730D8C-B273-4AA5-A9B8-37B6DBB3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Visible legal-review notice</a:t>
            </a:r>
          </a:p>
        </p:txBody>
      </p:sp>
      <p:sp>
        <p:nvSpPr>
          <p:cNvPr id="12" name="value-rule-14">
            <a:extLst xmlns:a="http://schemas.openxmlformats.org/drawingml/2006/main">
              <a:ext uri="{FF2B5EF4-FFF2-40B4-BE49-F238E27FC236}">
                <a16:creationId xmlns:a16="http://schemas.microsoft.com/office/drawing/2014/main" id="{5978B504-23B5-43B3-9A41-4B9309ED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alue-label-14">
            <a:extLst xmlns:a="http://schemas.openxmlformats.org/drawingml/2006/main">
              <a:ext uri="{FF2B5EF4-FFF2-40B4-BE49-F238E27FC236}">
                <a16:creationId xmlns:a16="http://schemas.microsoft.com/office/drawing/2014/main" id="{77C5FA8D-E29E-47E3-85DD-8E47AA10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4" name="value-text-14">
            <a:extLst xmlns:a="http://schemas.openxmlformats.org/drawingml/2006/main">
              <a:ext uri="{FF2B5EF4-FFF2-40B4-BE49-F238E27FC236}">
                <a16:creationId xmlns:a16="http://schemas.microsoft.com/office/drawing/2014/main" id="{23137FAC-E7B3-4D26-A390-0E2F317A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Supports informed consent and POPIA review.</a:t>
            </a:r>
          </a:p>
        </p:txBody>
      </p:sp>
      <p:sp>
        <p:nvSpPr>
          <p:cNvPr id="15" name="page-screen-frame-14">
            <a:extLst xmlns:a="http://schemas.openxmlformats.org/drawingml/2006/main">
              <a:ext uri="{FF2B5EF4-FFF2-40B4-BE49-F238E27FC236}">
                <a16:creationId xmlns:a16="http://schemas.microsoft.com/office/drawing/2014/main" id="{354D852A-12A0-4D75-BD70-206659CC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0050"/>
            <a:ext cx="621030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d161c5e28043e0"/>
          <a:stretch xmlns:a="http://schemas.openxmlformats.org/drawingml/2006/main"/>
        </p:blipFill>
        <p:spPr>
          <a:xfrm xmlns:a="http://schemas.openxmlformats.org/drawingml/2006/main">
            <a:off x="5581650" y="1000242"/>
            <a:ext cx="6210300" cy="3495442"/>
          </a:xfrm>
          <a:prstGeom xmlns:a="http://schemas.openxmlformats.org/drawingml/2006/main" prst="rect">
            <a:avLst/>
          </a:prstGeom>
        </p:spPr>
      </p:pic>
      <p:sp>
        <p:nvSpPr>
          <p:cNvPr id="17" name="footer-section-14">
            <a:extLst xmlns:a="http://schemas.openxmlformats.org/drawingml/2006/main">
              <a:ext uri="{FF2B5EF4-FFF2-40B4-BE49-F238E27FC236}">
                <a16:creationId xmlns:a16="http://schemas.microsoft.com/office/drawing/2014/main" id="{6B80BDFB-DAB8-40DF-A95E-3170941A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PUBLIC EXPERIENCE</a:t>
            </a:r>
          </a:p>
        </p:txBody>
      </p:sp>
      <p:sp>
        <p:nvSpPr>
          <p:cNvPr id="18" name="footer-number-14">
            <a:extLst xmlns:a="http://schemas.openxmlformats.org/drawingml/2006/main">
              <a:ext uri="{FF2B5EF4-FFF2-40B4-BE49-F238E27FC236}">
                <a16:creationId xmlns:a16="http://schemas.microsoft.com/office/drawing/2014/main" id="{59FBEF12-CDB0-4DD7-85CE-140386C1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1099365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15">
            <a:extLst xmlns:a="http://schemas.openxmlformats.org/drawingml/2006/main">
              <a:ext uri="{FF2B5EF4-FFF2-40B4-BE49-F238E27FC236}">
                <a16:creationId xmlns:a16="http://schemas.microsoft.com/office/drawing/2014/main" id="{34F5C554-BDED-4937-9FF3-CCAAA335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PUBLIC EXPERIENCE</a:t>
            </a:r>
          </a:p>
        </p:txBody>
      </p:sp>
      <p:sp>
        <p:nvSpPr>
          <p:cNvPr id="2" name="page-title-15">
            <a:extLst xmlns:a="http://schemas.openxmlformats.org/drawingml/2006/main">
              <a:ext uri="{FF2B5EF4-FFF2-40B4-BE49-F238E27FC236}">
                <a16:creationId xmlns:a16="http://schemas.microsoft.com/office/drawing/2014/main" id="{573A390E-C0C9-4837-BE93-AF3E59A1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Terms of use</a:t>
            </a:r>
          </a:p>
        </p:txBody>
      </p:sp>
      <p:sp>
        <p:nvSpPr>
          <p:cNvPr id="3" name="page-route-15">
            <a:extLst xmlns:a="http://schemas.openxmlformats.org/drawingml/2006/main">
              <a:ext uri="{FF2B5EF4-FFF2-40B4-BE49-F238E27FC236}">
                <a16:creationId xmlns:a16="http://schemas.microsoft.com/office/drawing/2014/main" id="{EAA0F216-3C70-41AF-B486-39EB06E4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/terms</a:t>
            </a:r>
          </a:p>
        </p:txBody>
      </p:sp>
      <p:sp>
        <p:nvSpPr>
          <p:cNvPr id="4" name="page-purpose-15">
            <a:extLst xmlns:a="http://schemas.openxmlformats.org/drawingml/2006/main">
              <a:ext uri="{FF2B5EF4-FFF2-40B4-BE49-F238E27FC236}">
                <a16:creationId xmlns:a16="http://schemas.microsoft.com/office/drawing/2014/main" id="{E221B865-6EB9-4486-BB44-C06D5E76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Sets service boundaries, responsibilities and legal conditions.</a:t>
            </a:r>
          </a:p>
        </p:txBody>
      </p:sp>
      <p:sp>
        <p:nvSpPr>
          <p:cNvPr id="5" name="demo-label-15">
            <a:extLst xmlns:a="http://schemas.openxmlformats.org/drawingml/2006/main">
              <a:ext uri="{FF2B5EF4-FFF2-40B4-BE49-F238E27FC236}">
                <a16:creationId xmlns:a16="http://schemas.microsoft.com/office/drawing/2014/main" id="{F7720E98-166B-48F5-817E-7700706B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6" name="demo-index-15-0">
            <a:extLst xmlns:a="http://schemas.openxmlformats.org/drawingml/2006/main">
              <a:ext uri="{FF2B5EF4-FFF2-40B4-BE49-F238E27FC236}">
                <a16:creationId xmlns:a16="http://schemas.microsoft.com/office/drawing/2014/main" id="{871B7769-3F4E-4B88-898D-4CB7A648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demo-item-15-0">
            <a:extLst xmlns:a="http://schemas.openxmlformats.org/drawingml/2006/main">
              <a:ext uri="{FF2B5EF4-FFF2-40B4-BE49-F238E27FC236}">
                <a16:creationId xmlns:a16="http://schemas.microsoft.com/office/drawing/2014/main" id="{EDD41E10-22C2-4002-91D6-62322747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Structured contents navigation</a:t>
            </a:r>
          </a:p>
        </p:txBody>
      </p:sp>
      <p:sp>
        <p:nvSpPr>
          <p:cNvPr id="8" name="demo-index-15-1">
            <a:extLst xmlns:a="http://schemas.openxmlformats.org/drawingml/2006/main">
              <a:ext uri="{FF2B5EF4-FFF2-40B4-BE49-F238E27FC236}">
                <a16:creationId xmlns:a16="http://schemas.microsoft.com/office/drawing/2014/main" id="{4DA27274-0240-41C7-BCEB-748CBD6D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demo-item-15-1">
            <a:extLst xmlns:a="http://schemas.openxmlformats.org/drawingml/2006/main">
              <a:ext uri="{FF2B5EF4-FFF2-40B4-BE49-F238E27FC236}">
                <a16:creationId xmlns:a16="http://schemas.microsoft.com/office/drawing/2014/main" id="{CB747FD6-1B0C-4484-8B55-5E25C413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Readable service and responsibility sections</a:t>
            </a:r>
          </a:p>
        </p:txBody>
      </p:sp>
      <p:sp>
        <p:nvSpPr>
          <p:cNvPr id="10" name="demo-index-15-2">
            <a:extLst xmlns:a="http://schemas.openxmlformats.org/drawingml/2006/main">
              <a:ext uri="{FF2B5EF4-FFF2-40B4-BE49-F238E27FC236}">
                <a16:creationId xmlns:a16="http://schemas.microsoft.com/office/drawing/2014/main" id="{9636CB28-DB03-4ABF-B967-D86F3D72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demo-item-15-2">
            <a:extLst xmlns:a="http://schemas.openxmlformats.org/drawingml/2006/main">
              <a:ext uri="{FF2B5EF4-FFF2-40B4-BE49-F238E27FC236}">
                <a16:creationId xmlns:a16="http://schemas.microsoft.com/office/drawing/2014/main" id="{779D569C-FD1E-49F8-9B65-19193547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Preserved legal-review notice</a:t>
            </a:r>
          </a:p>
        </p:txBody>
      </p:sp>
      <p:sp>
        <p:nvSpPr>
          <p:cNvPr id="12" name="value-rule-15">
            <a:extLst xmlns:a="http://schemas.openxmlformats.org/drawingml/2006/main">
              <a:ext uri="{FF2B5EF4-FFF2-40B4-BE49-F238E27FC236}">
                <a16:creationId xmlns:a16="http://schemas.microsoft.com/office/drawing/2014/main" id="{C78FB414-F9E3-4737-A8D5-CE0726E5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alue-label-15">
            <a:extLst xmlns:a="http://schemas.openxmlformats.org/drawingml/2006/main">
              <a:ext uri="{FF2B5EF4-FFF2-40B4-BE49-F238E27FC236}">
                <a16:creationId xmlns:a16="http://schemas.microsoft.com/office/drawing/2014/main" id="{7265D070-68AF-4D17-B348-A9104CAB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4" name="value-text-15">
            <a:extLst xmlns:a="http://schemas.openxmlformats.org/drawingml/2006/main">
              <a:ext uri="{FF2B5EF4-FFF2-40B4-BE49-F238E27FC236}">
                <a16:creationId xmlns:a16="http://schemas.microsoft.com/office/drawing/2014/main" id="{2164B57A-3855-42F1-9983-9FDBD938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Clarifies the operating relationship before a customer proceeds.</a:t>
            </a:r>
          </a:p>
        </p:txBody>
      </p:sp>
      <p:sp>
        <p:nvSpPr>
          <p:cNvPr id="15" name="page-screen-frame-15">
            <a:extLst xmlns:a="http://schemas.openxmlformats.org/drawingml/2006/main">
              <a:ext uri="{FF2B5EF4-FFF2-40B4-BE49-F238E27FC236}">
                <a16:creationId xmlns:a16="http://schemas.microsoft.com/office/drawing/2014/main" id="{B7658308-A8FA-416B-81C4-CF5C84B7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0050"/>
            <a:ext cx="621030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d9f52d80794419"/>
          <a:stretch xmlns:a="http://schemas.openxmlformats.org/drawingml/2006/main"/>
        </p:blipFill>
        <p:spPr>
          <a:xfrm xmlns:a="http://schemas.openxmlformats.org/drawingml/2006/main">
            <a:off x="5581650" y="1000242"/>
            <a:ext cx="6210300" cy="3495442"/>
          </a:xfrm>
          <a:prstGeom xmlns:a="http://schemas.openxmlformats.org/drawingml/2006/main" prst="rect">
            <a:avLst/>
          </a:prstGeom>
        </p:spPr>
      </p:pic>
      <p:sp>
        <p:nvSpPr>
          <p:cNvPr id="17" name="footer-section-15">
            <a:extLst xmlns:a="http://schemas.openxmlformats.org/drawingml/2006/main">
              <a:ext uri="{FF2B5EF4-FFF2-40B4-BE49-F238E27FC236}">
                <a16:creationId xmlns:a16="http://schemas.microsoft.com/office/drawing/2014/main" id="{94827146-E7C1-42B5-BE5C-18BFAAFA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PUBLIC EXPERIENCE</a:t>
            </a:r>
          </a:p>
        </p:txBody>
      </p:sp>
      <p:sp>
        <p:nvSpPr>
          <p:cNvPr id="18" name="footer-number-15">
            <a:extLst xmlns:a="http://schemas.openxmlformats.org/drawingml/2006/main">
              <a:ext uri="{FF2B5EF4-FFF2-40B4-BE49-F238E27FC236}">
                <a16:creationId xmlns:a16="http://schemas.microsoft.com/office/drawing/2014/main" id="{C943BA9B-CA8D-4336-83C5-745223E7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4445677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kicker-16">
            <a:extLst xmlns:a="http://schemas.openxmlformats.org/drawingml/2006/main">
              <a:ext uri="{FF2B5EF4-FFF2-40B4-BE49-F238E27FC236}">
                <a16:creationId xmlns:a16="http://schemas.microsoft.com/office/drawing/2014/main" id="{6BEA2CE2-72DA-4EB4-8191-72B050A4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2" name="section-title-16">
            <a:extLst xmlns:a="http://schemas.openxmlformats.org/drawingml/2006/main">
              <a:ext uri="{FF2B5EF4-FFF2-40B4-BE49-F238E27FC236}">
                <a16:creationId xmlns:a16="http://schemas.microsoft.com/office/drawing/2014/main" id="{C7983EFB-82C5-490C-ABE6-428DA204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8858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The account keeps the customer informed beyond the enquiry.</a:t>
            </a:r>
          </a:p>
        </p:txBody>
      </p:sp>
      <p:sp>
        <p:nvSpPr>
          <p:cNvPr id="3" name="section-body-16">
            <a:extLst xmlns:a="http://schemas.openxmlformats.org/drawingml/2006/main">
              <a:ext uri="{FF2B5EF4-FFF2-40B4-BE49-F238E27FC236}">
                <a16:creationId xmlns:a16="http://schemas.microsoft.com/office/drawing/2014/main" id="{C1386E11-C1CC-4C1B-B382-0EA9ACB9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Show next actions, reusable information, documents, conversations and history.</a:t>
            </a:r>
          </a:p>
        </p:txBody>
      </p:sp>
      <p:sp>
        <p:nvSpPr>
          <p:cNvPr id="4" name="section-block-16">
            <a:extLst xmlns:a="http://schemas.openxmlformats.org/drawingml/2006/main">
              <a:ext uri="{FF2B5EF4-FFF2-40B4-BE49-F238E27FC236}">
                <a16:creationId xmlns:a16="http://schemas.microsoft.com/office/drawing/2014/main" id="{D2D7398F-3A0B-44F2-8129-E7EEDD09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00050"/>
            <a:ext cx="180975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-vertical-16">
            <a:extLst xmlns:a="http://schemas.openxmlformats.org/drawingml/2006/main">
              <a:ext uri="{FF2B5EF4-FFF2-40B4-BE49-F238E27FC236}">
                <a16:creationId xmlns:a16="http://schemas.microsoft.com/office/drawing/2014/main" id="{825E2E11-7E64-42A6-8CE1-5058BF40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686300"/>
            <a:ext cx="114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CUSTOMER PORTAL</a:t>
            </a:r>
          </a:p>
        </p:txBody>
      </p:sp>
      <p:sp>
        <p:nvSpPr>
          <p:cNvPr id="6" name="footer-section-16">
            <a:extLst xmlns:a="http://schemas.openxmlformats.org/drawingml/2006/main">
              <a:ext uri="{FF2B5EF4-FFF2-40B4-BE49-F238E27FC236}">
                <a16:creationId xmlns:a16="http://schemas.microsoft.com/office/drawing/2014/main" id="{87EC6805-8E30-4CA2-8464-043645D3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CUSTOMER PORTAL</a:t>
            </a:r>
          </a:p>
        </p:txBody>
      </p:sp>
      <p:sp>
        <p:nvSpPr>
          <p:cNvPr id="7" name="footer-number-16">
            <a:extLst xmlns:a="http://schemas.openxmlformats.org/drawingml/2006/main">
              <a:ext uri="{FF2B5EF4-FFF2-40B4-BE49-F238E27FC236}">
                <a16:creationId xmlns:a16="http://schemas.microsoft.com/office/drawing/2014/main" id="{E9149A03-39AF-4A3F-8B25-05A8638C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5280819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17">
            <a:extLst xmlns:a="http://schemas.openxmlformats.org/drawingml/2006/main">
              <a:ext uri="{FF2B5EF4-FFF2-40B4-BE49-F238E27FC236}">
                <a16:creationId xmlns:a16="http://schemas.microsoft.com/office/drawing/2014/main" id="{99662508-48B4-43F4-A903-D2579B8E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CUSTOMER PORTAL</a:t>
            </a:r>
          </a:p>
        </p:txBody>
      </p:sp>
      <p:sp>
        <p:nvSpPr>
          <p:cNvPr id="2" name="page-title-17">
            <a:extLst xmlns:a="http://schemas.openxmlformats.org/drawingml/2006/main">
              <a:ext uri="{FF2B5EF4-FFF2-40B4-BE49-F238E27FC236}">
                <a16:creationId xmlns:a16="http://schemas.microsoft.com/office/drawing/2014/main" id="{85235783-0CF5-4E9B-91AA-A560A824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695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Customer sign-in</a:t>
            </a:r>
          </a:p>
        </p:txBody>
      </p:sp>
      <p:sp>
        <p:nvSpPr>
          <p:cNvPr id="3" name="page-route-17">
            <a:extLst xmlns:a="http://schemas.openxmlformats.org/drawingml/2006/main">
              <a:ext uri="{FF2B5EF4-FFF2-40B4-BE49-F238E27FC236}">
                <a16:creationId xmlns:a16="http://schemas.microsoft.com/office/drawing/2014/main" id="{4D7AC361-48DC-4D71-879D-678D2A53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/portal</a:t>
            </a:r>
          </a:p>
        </p:txBody>
      </p:sp>
      <p:sp>
        <p:nvSpPr>
          <p:cNvPr id="4" name="page-screen-frame-17">
            <a:extLst xmlns:a="http://schemas.openxmlformats.org/drawingml/2006/main">
              <a:ext uri="{FF2B5EF4-FFF2-40B4-BE49-F238E27FC236}">
                <a16:creationId xmlns:a16="http://schemas.microsoft.com/office/drawing/2014/main" id="{8801FA85-59E3-4CC3-BE46-3F60172D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124700" cy="401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0a3636cb0240a5"/>
          <a:stretch xmlns:a="http://schemas.openxmlformats.org/drawingml/2006/main"/>
        </p:blipFill>
        <p:spPr>
          <a:xfrm xmlns:a="http://schemas.openxmlformats.org/drawingml/2006/main">
            <a:off x="400124" y="1809750"/>
            <a:ext cx="7124553" cy="4010025"/>
          </a:xfrm>
          <a:prstGeom xmlns:a="http://schemas.openxmlformats.org/drawingml/2006/main" prst="rect">
            <a:avLst/>
          </a:prstGeom>
        </p:spPr>
      </p:pic>
      <p:sp>
        <p:nvSpPr>
          <p:cNvPr id="6" name="page-purpose-17">
            <a:extLst xmlns:a="http://schemas.openxmlformats.org/drawingml/2006/main">
              <a:ext uri="{FF2B5EF4-FFF2-40B4-BE49-F238E27FC236}">
                <a16:creationId xmlns:a16="http://schemas.microsoft.com/office/drawing/2014/main" id="{159DEC1C-3C9B-4A16-8FB9-A50D0966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85800"/>
            <a:ext cx="371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Provides passwordless access through a verified mobile and one-time PIN.</a:t>
            </a:r>
          </a:p>
        </p:txBody>
      </p:sp>
      <p:sp>
        <p:nvSpPr>
          <p:cNvPr id="7" name="demo-label-17">
            <a:extLst xmlns:a="http://schemas.openxmlformats.org/drawingml/2006/main">
              <a:ext uri="{FF2B5EF4-FFF2-40B4-BE49-F238E27FC236}">
                <a16:creationId xmlns:a16="http://schemas.microsoft.com/office/drawing/2014/main" id="{2CA4FD08-99B1-4B5C-B749-5427D753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62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8" name="demo-index-17-0">
            <a:extLst xmlns:a="http://schemas.openxmlformats.org/drawingml/2006/main">
              <a:ext uri="{FF2B5EF4-FFF2-40B4-BE49-F238E27FC236}">
                <a16:creationId xmlns:a16="http://schemas.microsoft.com/office/drawing/2014/main" id="{F74794C6-B7B4-4F2D-ADD7-2EEA41F7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demo-item-17-0">
            <a:extLst xmlns:a="http://schemas.openxmlformats.org/drawingml/2006/main">
              <a:ext uri="{FF2B5EF4-FFF2-40B4-BE49-F238E27FC236}">
                <a16:creationId xmlns:a16="http://schemas.microsoft.com/office/drawing/2014/main" id="{8A97F467-5E38-4C15-B679-7F6F14D4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Mobile-number entry</a:t>
            </a:r>
          </a:p>
        </p:txBody>
      </p:sp>
      <p:sp>
        <p:nvSpPr>
          <p:cNvPr id="10" name="demo-index-17-1">
            <a:extLst xmlns:a="http://schemas.openxmlformats.org/drawingml/2006/main">
              <a:ext uri="{FF2B5EF4-FFF2-40B4-BE49-F238E27FC236}">
                <a16:creationId xmlns:a16="http://schemas.microsoft.com/office/drawing/2014/main" id="{7DD62B71-E956-4128-83C3-062E4015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765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demo-item-17-1">
            <a:extLst xmlns:a="http://schemas.openxmlformats.org/drawingml/2006/main">
              <a:ext uri="{FF2B5EF4-FFF2-40B4-BE49-F238E27FC236}">
                <a16:creationId xmlns:a16="http://schemas.microsoft.com/office/drawing/2014/main" id="{B0302C73-1ECE-47BF-B9AF-0B428273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384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Demo OTP step and privacy reassurance</a:t>
            </a:r>
          </a:p>
        </p:txBody>
      </p:sp>
      <p:sp>
        <p:nvSpPr>
          <p:cNvPr id="12" name="demo-index-17-2">
            <a:extLst xmlns:a="http://schemas.openxmlformats.org/drawingml/2006/main">
              <a:ext uri="{FF2B5EF4-FFF2-40B4-BE49-F238E27FC236}">
                <a16:creationId xmlns:a16="http://schemas.microsoft.com/office/drawing/2014/main" id="{5B30556F-06BD-4938-A123-D2555D50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290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demo-item-17-2">
            <a:extLst xmlns:a="http://schemas.openxmlformats.org/drawingml/2006/main">
              <a:ext uri="{FF2B5EF4-FFF2-40B4-BE49-F238E27FC236}">
                <a16:creationId xmlns:a16="http://schemas.microsoft.com/office/drawing/2014/main" id="{F14148B9-0B6A-45B2-AFBB-47A715CE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909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Clear path into the private account</a:t>
            </a:r>
          </a:p>
        </p:txBody>
      </p:sp>
      <p:sp>
        <p:nvSpPr>
          <p:cNvPr id="14" name="value-rule-17">
            <a:extLst xmlns:a="http://schemas.openxmlformats.org/drawingml/2006/main">
              <a:ext uri="{FF2B5EF4-FFF2-40B4-BE49-F238E27FC236}">
                <a16:creationId xmlns:a16="http://schemas.microsoft.com/office/drawing/2014/main" id="{3977B1FD-E831-4BE7-8548-91418D91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911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alue-label-17">
            <a:extLst xmlns:a="http://schemas.openxmlformats.org/drawingml/2006/main">
              <a:ext uri="{FF2B5EF4-FFF2-40B4-BE49-F238E27FC236}">
                <a16:creationId xmlns:a16="http://schemas.microsoft.com/office/drawing/2014/main" id="{9287FA01-D357-4977-8F0C-63B78162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911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6" name="value-text-17">
            <a:extLst xmlns:a="http://schemas.openxmlformats.org/drawingml/2006/main">
              <a:ext uri="{FF2B5EF4-FFF2-40B4-BE49-F238E27FC236}">
                <a16:creationId xmlns:a16="http://schemas.microsoft.com/office/drawing/2014/main" id="{251C02E5-BDA4-4ED6-99E8-F5EF81B6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381625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Keeps sign-in simple while reserving step-up verification for sensitive actions.</a:t>
            </a:r>
          </a:p>
        </p:txBody>
      </p:sp>
      <p:sp>
        <p:nvSpPr>
          <p:cNvPr id="17" name="footer-section-17">
            <a:extLst xmlns:a="http://schemas.openxmlformats.org/drawingml/2006/main">
              <a:ext uri="{FF2B5EF4-FFF2-40B4-BE49-F238E27FC236}">
                <a16:creationId xmlns:a16="http://schemas.microsoft.com/office/drawing/2014/main" id="{933F41C9-457B-46E1-A743-A7549223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CUSTOMER PORTAL</a:t>
            </a:r>
          </a:p>
        </p:txBody>
      </p:sp>
      <p:sp>
        <p:nvSpPr>
          <p:cNvPr id="18" name="footer-number-17">
            <a:extLst xmlns:a="http://schemas.openxmlformats.org/drawingml/2006/main">
              <a:ext uri="{FF2B5EF4-FFF2-40B4-BE49-F238E27FC236}">
                <a16:creationId xmlns:a16="http://schemas.microsoft.com/office/drawing/2014/main" id="{CBFD718B-1C1F-4A04-BF37-67F284BC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10400856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18">
            <a:extLst xmlns:a="http://schemas.openxmlformats.org/drawingml/2006/main">
              <a:ext uri="{FF2B5EF4-FFF2-40B4-BE49-F238E27FC236}">
                <a16:creationId xmlns:a16="http://schemas.microsoft.com/office/drawing/2014/main" id="{A80BCB0F-51B5-437D-84C3-78C5ECD8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CUSTOMER PORTAL</a:t>
            </a:r>
          </a:p>
        </p:txBody>
      </p:sp>
      <p:sp>
        <p:nvSpPr>
          <p:cNvPr id="2" name="page-title-18">
            <a:extLst xmlns:a="http://schemas.openxmlformats.org/drawingml/2006/main">
              <a:ext uri="{FF2B5EF4-FFF2-40B4-BE49-F238E27FC236}">
                <a16:creationId xmlns:a16="http://schemas.microsoft.com/office/drawing/2014/main" id="{CE701F68-A735-4209-B840-4B48610B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695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Customer home</a:t>
            </a:r>
          </a:p>
        </p:txBody>
      </p:sp>
      <p:sp>
        <p:nvSpPr>
          <p:cNvPr id="3" name="page-route-18">
            <a:extLst xmlns:a="http://schemas.openxmlformats.org/drawingml/2006/main">
              <a:ext uri="{FF2B5EF4-FFF2-40B4-BE49-F238E27FC236}">
                <a16:creationId xmlns:a16="http://schemas.microsoft.com/office/drawing/2014/main" id="{1D1DAEEB-D5E8-44A9-9923-1D44EC90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/portal/home</a:t>
            </a:r>
          </a:p>
        </p:txBody>
      </p:sp>
      <p:sp>
        <p:nvSpPr>
          <p:cNvPr id="4" name="page-screen-frame-18">
            <a:extLst xmlns:a="http://schemas.openxmlformats.org/drawingml/2006/main">
              <a:ext uri="{FF2B5EF4-FFF2-40B4-BE49-F238E27FC236}">
                <a16:creationId xmlns:a16="http://schemas.microsoft.com/office/drawing/2014/main" id="{C0C22C67-2796-4BF4-8D0C-180C7BA5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124700" cy="401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2b37352bcc452d"/>
          <a:stretch xmlns:a="http://schemas.openxmlformats.org/drawingml/2006/main"/>
        </p:blipFill>
        <p:spPr>
          <a:xfrm xmlns:a="http://schemas.openxmlformats.org/drawingml/2006/main">
            <a:off x="400124" y="1809750"/>
            <a:ext cx="7124553" cy="4010025"/>
          </a:xfrm>
          <a:prstGeom xmlns:a="http://schemas.openxmlformats.org/drawingml/2006/main" prst="rect">
            <a:avLst/>
          </a:prstGeom>
        </p:spPr>
      </p:pic>
      <p:sp>
        <p:nvSpPr>
          <p:cNvPr id="6" name="page-purpose-18">
            <a:extLst xmlns:a="http://schemas.openxmlformats.org/drawingml/2006/main">
              <a:ext uri="{FF2B5EF4-FFF2-40B4-BE49-F238E27FC236}">
                <a16:creationId xmlns:a16="http://schemas.microsoft.com/office/drawing/2014/main" id="{17976CA4-A9FC-44E1-BDB7-0795009C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85800"/>
            <a:ext cx="371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Presents the active journey, next action and account readiness in one view.</a:t>
            </a:r>
          </a:p>
        </p:txBody>
      </p:sp>
      <p:sp>
        <p:nvSpPr>
          <p:cNvPr id="7" name="demo-label-18">
            <a:extLst xmlns:a="http://schemas.openxmlformats.org/drawingml/2006/main">
              <a:ext uri="{FF2B5EF4-FFF2-40B4-BE49-F238E27FC236}">
                <a16:creationId xmlns:a16="http://schemas.microsoft.com/office/drawing/2014/main" id="{EC076891-C0C9-43B7-9F0C-427E3CF7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62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8" name="demo-index-18-0">
            <a:extLst xmlns:a="http://schemas.openxmlformats.org/drawingml/2006/main">
              <a:ext uri="{FF2B5EF4-FFF2-40B4-BE49-F238E27FC236}">
                <a16:creationId xmlns:a16="http://schemas.microsoft.com/office/drawing/2014/main" id="{18C7EFD6-7476-4938-9C53-904D997E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demo-item-18-0">
            <a:extLst xmlns:a="http://schemas.openxmlformats.org/drawingml/2006/main">
              <a:ext uri="{FF2B5EF4-FFF2-40B4-BE49-F238E27FC236}">
                <a16:creationId xmlns:a16="http://schemas.microsoft.com/office/drawing/2014/main" id="{2EF8668C-F45B-47F0-A0DE-30024B56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Journey reference, consultant and current stage</a:t>
            </a:r>
          </a:p>
        </p:txBody>
      </p:sp>
      <p:sp>
        <p:nvSpPr>
          <p:cNvPr id="10" name="demo-index-18-1">
            <a:extLst xmlns:a="http://schemas.openxmlformats.org/drawingml/2006/main">
              <a:ext uri="{FF2B5EF4-FFF2-40B4-BE49-F238E27FC236}">
                <a16:creationId xmlns:a16="http://schemas.microsoft.com/office/drawing/2014/main" id="{C7D54D12-19A0-488C-BC83-E3574B33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765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demo-item-18-1">
            <a:extLst xmlns:a="http://schemas.openxmlformats.org/drawingml/2006/main">
              <a:ext uri="{FF2B5EF4-FFF2-40B4-BE49-F238E27FC236}">
                <a16:creationId xmlns:a16="http://schemas.microsoft.com/office/drawing/2014/main" id="{E6AE7644-6D26-4F95-A2AE-504934E0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384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Finance Passport readiness and next customer action</a:t>
            </a:r>
          </a:p>
        </p:txBody>
      </p:sp>
      <p:sp>
        <p:nvSpPr>
          <p:cNvPr id="12" name="demo-index-18-2">
            <a:extLst xmlns:a="http://schemas.openxmlformats.org/drawingml/2006/main">
              <a:ext uri="{FF2B5EF4-FFF2-40B4-BE49-F238E27FC236}">
                <a16:creationId xmlns:a16="http://schemas.microsoft.com/office/drawing/2014/main" id="{6DECE2C2-3ABB-417F-93D1-2747F5C9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290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demo-item-18-2">
            <a:extLst xmlns:a="http://schemas.openxmlformats.org/drawingml/2006/main">
              <a:ext uri="{FF2B5EF4-FFF2-40B4-BE49-F238E27FC236}">
                <a16:creationId xmlns:a16="http://schemas.microsoft.com/office/drawing/2014/main" id="{073A87BB-B1E8-40A5-A34E-298A6EF0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909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Messages, document alerts, appointments and history</a:t>
            </a:r>
          </a:p>
        </p:txBody>
      </p:sp>
      <p:sp>
        <p:nvSpPr>
          <p:cNvPr id="14" name="value-rule-18">
            <a:extLst xmlns:a="http://schemas.openxmlformats.org/drawingml/2006/main">
              <a:ext uri="{FF2B5EF4-FFF2-40B4-BE49-F238E27FC236}">
                <a16:creationId xmlns:a16="http://schemas.microsoft.com/office/drawing/2014/main" id="{D604AC4A-4CFC-4B24-9BD3-0B21DD60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911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alue-label-18">
            <a:extLst xmlns:a="http://schemas.openxmlformats.org/drawingml/2006/main">
              <a:ext uri="{FF2B5EF4-FFF2-40B4-BE49-F238E27FC236}">
                <a16:creationId xmlns:a16="http://schemas.microsoft.com/office/drawing/2014/main" id="{232D49CC-1D7C-4697-B0FD-1B309DFD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911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6" name="value-text-18">
            <a:extLst xmlns:a="http://schemas.openxmlformats.org/drawingml/2006/main">
              <a:ext uri="{FF2B5EF4-FFF2-40B4-BE49-F238E27FC236}">
                <a16:creationId xmlns:a16="http://schemas.microsoft.com/office/drawing/2014/main" id="{044E64D5-B503-4912-9293-EA6D0816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381625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Answers the customer’s main question: what needs my attention now?</a:t>
            </a:r>
          </a:p>
        </p:txBody>
      </p:sp>
      <p:sp>
        <p:nvSpPr>
          <p:cNvPr id="17" name="footer-section-18">
            <a:extLst xmlns:a="http://schemas.openxmlformats.org/drawingml/2006/main">
              <a:ext uri="{FF2B5EF4-FFF2-40B4-BE49-F238E27FC236}">
                <a16:creationId xmlns:a16="http://schemas.microsoft.com/office/drawing/2014/main" id="{673ACC5E-0A97-4371-801F-3B3B2CF2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CUSTOMER PORTAL</a:t>
            </a:r>
          </a:p>
        </p:txBody>
      </p:sp>
      <p:sp>
        <p:nvSpPr>
          <p:cNvPr id="18" name="footer-number-18">
            <a:extLst xmlns:a="http://schemas.openxmlformats.org/drawingml/2006/main">
              <a:ext uri="{FF2B5EF4-FFF2-40B4-BE49-F238E27FC236}">
                <a16:creationId xmlns:a16="http://schemas.microsoft.com/office/drawing/2014/main" id="{CDCBF9BA-6109-4ACE-9B4C-9542CB10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80012251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19">
            <a:extLst xmlns:a="http://schemas.openxmlformats.org/drawingml/2006/main">
              <a:ext uri="{FF2B5EF4-FFF2-40B4-BE49-F238E27FC236}">
                <a16:creationId xmlns:a16="http://schemas.microsoft.com/office/drawing/2014/main" id="{B72AE346-549B-4F9D-A92D-C2ADDAC0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CUSTOMER PORTAL</a:t>
            </a:r>
          </a:p>
        </p:txBody>
      </p:sp>
      <p:sp>
        <p:nvSpPr>
          <p:cNvPr id="2" name="page-title-19">
            <a:extLst xmlns:a="http://schemas.openxmlformats.org/drawingml/2006/main">
              <a:ext uri="{FF2B5EF4-FFF2-40B4-BE49-F238E27FC236}">
                <a16:creationId xmlns:a16="http://schemas.microsoft.com/office/drawing/2014/main" id="{0A10ABF0-5B5A-47DC-A8F0-B64BC100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695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Journey</a:t>
            </a:r>
          </a:p>
        </p:txBody>
      </p:sp>
      <p:sp>
        <p:nvSpPr>
          <p:cNvPr id="3" name="page-route-19">
            <a:extLst xmlns:a="http://schemas.openxmlformats.org/drawingml/2006/main">
              <a:ext uri="{FF2B5EF4-FFF2-40B4-BE49-F238E27FC236}">
                <a16:creationId xmlns:a16="http://schemas.microsoft.com/office/drawing/2014/main" id="{72FF62D1-97A7-472B-A473-254CCF34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/portal/journey</a:t>
            </a:r>
          </a:p>
        </p:txBody>
      </p:sp>
      <p:sp>
        <p:nvSpPr>
          <p:cNvPr id="4" name="page-screen-frame-19">
            <a:extLst xmlns:a="http://schemas.openxmlformats.org/drawingml/2006/main">
              <a:ext uri="{FF2B5EF4-FFF2-40B4-BE49-F238E27FC236}">
                <a16:creationId xmlns:a16="http://schemas.microsoft.com/office/drawing/2014/main" id="{96A2B061-D7D7-4A3D-B7B4-1C65A4A2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124700" cy="401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b43cc1b5a342a4"/>
          <a:stretch xmlns:a="http://schemas.openxmlformats.org/drawingml/2006/main"/>
        </p:blipFill>
        <p:spPr>
          <a:xfrm xmlns:a="http://schemas.openxmlformats.org/drawingml/2006/main">
            <a:off x="400124" y="1809750"/>
            <a:ext cx="7124553" cy="4010025"/>
          </a:xfrm>
          <a:prstGeom xmlns:a="http://schemas.openxmlformats.org/drawingml/2006/main" prst="rect">
            <a:avLst/>
          </a:prstGeom>
        </p:spPr>
      </p:pic>
      <p:sp>
        <p:nvSpPr>
          <p:cNvPr id="6" name="page-purpose-19">
            <a:extLst xmlns:a="http://schemas.openxmlformats.org/drawingml/2006/main">
              <a:ext uri="{FF2B5EF4-FFF2-40B4-BE49-F238E27FC236}">
                <a16:creationId xmlns:a16="http://schemas.microsoft.com/office/drawing/2014/main" id="{1855D9A2-1C90-4CB4-AF48-A1B29996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85800"/>
            <a:ext cx="371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Combines progress, tasks, vehicle options and provider coordination.</a:t>
            </a:r>
          </a:p>
        </p:txBody>
      </p:sp>
      <p:sp>
        <p:nvSpPr>
          <p:cNvPr id="7" name="demo-label-19">
            <a:extLst xmlns:a="http://schemas.openxmlformats.org/drawingml/2006/main">
              <a:ext uri="{FF2B5EF4-FFF2-40B4-BE49-F238E27FC236}">
                <a16:creationId xmlns:a16="http://schemas.microsoft.com/office/drawing/2014/main" id="{E0459153-DDBB-4B99-90DA-EBC7F3B0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62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8" name="demo-index-19-0">
            <a:extLst xmlns:a="http://schemas.openxmlformats.org/drawingml/2006/main">
              <a:ext uri="{FF2B5EF4-FFF2-40B4-BE49-F238E27FC236}">
                <a16:creationId xmlns:a16="http://schemas.microsoft.com/office/drawing/2014/main" id="{93136045-476D-4FCD-A31C-68FC1EF5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demo-item-19-0">
            <a:extLst xmlns:a="http://schemas.openxmlformats.org/drawingml/2006/main">
              <a:ext uri="{FF2B5EF4-FFF2-40B4-BE49-F238E27FC236}">
                <a16:creationId xmlns:a16="http://schemas.microsoft.com/office/drawing/2014/main" id="{D85EB93B-BD44-42B9-A3AB-BB38F023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Customer-visible stage timeline</a:t>
            </a:r>
          </a:p>
        </p:txBody>
      </p:sp>
      <p:sp>
        <p:nvSpPr>
          <p:cNvPr id="10" name="demo-index-19-1">
            <a:extLst xmlns:a="http://schemas.openxmlformats.org/drawingml/2006/main">
              <a:ext uri="{FF2B5EF4-FFF2-40B4-BE49-F238E27FC236}">
                <a16:creationId xmlns:a16="http://schemas.microsoft.com/office/drawing/2014/main" id="{5B55F598-EE62-461E-8AB7-D61BC0EF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765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demo-item-19-1">
            <a:extLst xmlns:a="http://schemas.openxmlformats.org/drawingml/2006/main">
              <a:ext uri="{FF2B5EF4-FFF2-40B4-BE49-F238E27FC236}">
                <a16:creationId xmlns:a16="http://schemas.microsoft.com/office/drawing/2014/main" id="{83C42251-5051-49BB-A5CE-7777AD19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384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Customer and EzeeFin tasks</a:t>
            </a:r>
          </a:p>
        </p:txBody>
      </p:sp>
      <p:sp>
        <p:nvSpPr>
          <p:cNvPr id="12" name="demo-index-19-2">
            <a:extLst xmlns:a="http://schemas.openxmlformats.org/drawingml/2006/main">
              <a:ext uri="{FF2B5EF4-FFF2-40B4-BE49-F238E27FC236}">
                <a16:creationId xmlns:a16="http://schemas.microsoft.com/office/drawing/2014/main" id="{72CF66CF-5590-4F8B-AB74-BAEC4370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290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demo-item-19-2">
            <a:extLst xmlns:a="http://schemas.openxmlformats.org/drawingml/2006/main">
              <a:ext uri="{FF2B5EF4-FFF2-40B4-BE49-F238E27FC236}">
                <a16:creationId xmlns:a16="http://schemas.microsoft.com/office/drawing/2014/main" id="{B8A22F02-90AC-4FD6-9B82-3DA921C4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909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Vehicle choices, finance and cover coordination</a:t>
            </a:r>
          </a:p>
        </p:txBody>
      </p:sp>
      <p:sp>
        <p:nvSpPr>
          <p:cNvPr id="14" name="value-rule-19">
            <a:extLst xmlns:a="http://schemas.openxmlformats.org/drawingml/2006/main">
              <a:ext uri="{FF2B5EF4-FFF2-40B4-BE49-F238E27FC236}">
                <a16:creationId xmlns:a16="http://schemas.microsoft.com/office/drawing/2014/main" id="{2D03BE33-76CD-4AD9-B1C6-5324A098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911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alue-label-19">
            <a:extLst xmlns:a="http://schemas.openxmlformats.org/drawingml/2006/main">
              <a:ext uri="{FF2B5EF4-FFF2-40B4-BE49-F238E27FC236}">
                <a16:creationId xmlns:a16="http://schemas.microsoft.com/office/drawing/2014/main" id="{340D6F58-FC6B-4D09-9C0E-2B21F0A0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911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6" name="value-text-19">
            <a:extLst xmlns:a="http://schemas.openxmlformats.org/drawingml/2006/main">
              <a:ext uri="{FF2B5EF4-FFF2-40B4-BE49-F238E27FC236}">
                <a16:creationId xmlns:a16="http://schemas.microsoft.com/office/drawing/2014/main" id="{2C129540-BFCA-49B5-BEAA-BC5A8E30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381625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784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Keeps the whole purchase journey understandable without exposing sensitive internal outcomes.</a:t>
            </a:r>
          </a:p>
        </p:txBody>
      </p:sp>
      <p:sp>
        <p:nvSpPr>
          <p:cNvPr id="17" name="footer-section-19">
            <a:extLst xmlns:a="http://schemas.openxmlformats.org/drawingml/2006/main">
              <a:ext uri="{FF2B5EF4-FFF2-40B4-BE49-F238E27FC236}">
                <a16:creationId xmlns:a16="http://schemas.microsoft.com/office/drawing/2014/main" id="{9355C2B5-915D-46A0-BBF5-67CD9839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CUSTOMER PORTAL</a:t>
            </a:r>
          </a:p>
        </p:txBody>
      </p:sp>
      <p:sp>
        <p:nvSpPr>
          <p:cNvPr id="18" name="footer-number-19">
            <a:extLst xmlns:a="http://schemas.openxmlformats.org/drawingml/2006/main">
              <a:ext uri="{FF2B5EF4-FFF2-40B4-BE49-F238E27FC236}">
                <a16:creationId xmlns:a16="http://schemas.microsoft.com/office/drawing/2014/main" id="{20EDBDBE-8FBA-45B5-A943-D187FE22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09570487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20">
            <a:extLst xmlns:a="http://schemas.openxmlformats.org/drawingml/2006/main">
              <a:ext uri="{FF2B5EF4-FFF2-40B4-BE49-F238E27FC236}">
                <a16:creationId xmlns:a16="http://schemas.microsoft.com/office/drawing/2014/main" id="{6FD39126-38DA-4532-87CA-A6BA0953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CUSTOMER PORTAL</a:t>
            </a:r>
          </a:p>
        </p:txBody>
      </p:sp>
      <p:sp>
        <p:nvSpPr>
          <p:cNvPr id="2" name="page-title-20">
            <a:extLst xmlns:a="http://schemas.openxmlformats.org/drawingml/2006/main">
              <a:ext uri="{FF2B5EF4-FFF2-40B4-BE49-F238E27FC236}">
                <a16:creationId xmlns:a16="http://schemas.microsoft.com/office/drawing/2014/main" id="{BC0E1ED3-F292-4C5B-B990-2468705D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695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Document vault</a:t>
            </a:r>
          </a:p>
        </p:txBody>
      </p:sp>
      <p:sp>
        <p:nvSpPr>
          <p:cNvPr id="3" name="page-route-20">
            <a:extLst xmlns:a="http://schemas.openxmlformats.org/drawingml/2006/main">
              <a:ext uri="{FF2B5EF4-FFF2-40B4-BE49-F238E27FC236}">
                <a16:creationId xmlns:a16="http://schemas.microsoft.com/office/drawing/2014/main" id="{7241439D-EA23-4513-852C-87E37A21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/portal/documents</a:t>
            </a:r>
          </a:p>
        </p:txBody>
      </p:sp>
      <p:sp>
        <p:nvSpPr>
          <p:cNvPr id="4" name="page-screen-frame-20">
            <a:extLst xmlns:a="http://schemas.openxmlformats.org/drawingml/2006/main">
              <a:ext uri="{FF2B5EF4-FFF2-40B4-BE49-F238E27FC236}">
                <a16:creationId xmlns:a16="http://schemas.microsoft.com/office/drawing/2014/main" id="{B69E14D6-C295-4826-A46D-81052193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124700" cy="401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7ed61da7364a08"/>
          <a:stretch xmlns:a="http://schemas.openxmlformats.org/drawingml/2006/main"/>
        </p:blipFill>
        <p:spPr>
          <a:xfrm xmlns:a="http://schemas.openxmlformats.org/drawingml/2006/main">
            <a:off x="400124" y="1809750"/>
            <a:ext cx="7124553" cy="4010025"/>
          </a:xfrm>
          <a:prstGeom xmlns:a="http://schemas.openxmlformats.org/drawingml/2006/main" prst="rect">
            <a:avLst/>
          </a:prstGeom>
        </p:spPr>
      </p:pic>
      <p:sp>
        <p:nvSpPr>
          <p:cNvPr id="6" name="page-purpose-20">
            <a:extLst xmlns:a="http://schemas.openxmlformats.org/drawingml/2006/main">
              <a:ext uri="{FF2B5EF4-FFF2-40B4-BE49-F238E27FC236}">
                <a16:creationId xmlns:a16="http://schemas.microsoft.com/office/drawing/2014/main" id="{91BCAFA9-A9FC-4E1C-80C9-E6C46017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85800"/>
            <a:ext cx="371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Shows requested and reusable documents with freshness and verification status.</a:t>
            </a:r>
          </a:p>
        </p:txBody>
      </p:sp>
      <p:sp>
        <p:nvSpPr>
          <p:cNvPr id="7" name="demo-label-20">
            <a:extLst xmlns:a="http://schemas.openxmlformats.org/drawingml/2006/main">
              <a:ext uri="{FF2B5EF4-FFF2-40B4-BE49-F238E27FC236}">
                <a16:creationId xmlns:a16="http://schemas.microsoft.com/office/drawing/2014/main" id="{DA8BA627-8AC2-4BAE-8E62-432B62F5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62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8" name="demo-index-20-0">
            <a:extLst xmlns:a="http://schemas.openxmlformats.org/drawingml/2006/main">
              <a:ext uri="{FF2B5EF4-FFF2-40B4-BE49-F238E27FC236}">
                <a16:creationId xmlns:a16="http://schemas.microsoft.com/office/drawing/2014/main" id="{91757792-BE30-4A04-BB78-D4E71BE6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demo-item-20-0">
            <a:extLst xmlns:a="http://schemas.openxmlformats.org/drawingml/2006/main">
              <a:ext uri="{FF2B5EF4-FFF2-40B4-BE49-F238E27FC236}">
                <a16:creationId xmlns:a16="http://schemas.microsoft.com/office/drawing/2014/main" id="{54CE9508-B364-4458-A366-B526DD64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ID, licence, address, payslip and statement records</a:t>
            </a:r>
          </a:p>
        </p:txBody>
      </p:sp>
      <p:sp>
        <p:nvSpPr>
          <p:cNvPr id="10" name="demo-index-20-1">
            <a:extLst xmlns:a="http://schemas.openxmlformats.org/drawingml/2006/main">
              <a:ext uri="{FF2B5EF4-FFF2-40B4-BE49-F238E27FC236}">
                <a16:creationId xmlns:a16="http://schemas.microsoft.com/office/drawing/2014/main" id="{D75B279A-705F-43D5-BD97-9491506F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765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demo-item-20-1">
            <a:extLst xmlns:a="http://schemas.openxmlformats.org/drawingml/2006/main">
              <a:ext uri="{FF2B5EF4-FFF2-40B4-BE49-F238E27FC236}">
                <a16:creationId xmlns:a16="http://schemas.microsoft.com/office/drawing/2014/main" id="{1D5A05A1-AE33-41FD-900A-8A5D2962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384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Upload date, purpose, expiry and journey usage</a:t>
            </a:r>
          </a:p>
        </p:txBody>
      </p:sp>
      <p:sp>
        <p:nvSpPr>
          <p:cNvPr id="12" name="demo-index-20-2">
            <a:extLst xmlns:a="http://schemas.openxmlformats.org/drawingml/2006/main">
              <a:ext uri="{FF2B5EF4-FFF2-40B4-BE49-F238E27FC236}">
                <a16:creationId xmlns:a16="http://schemas.microsoft.com/office/drawing/2014/main" id="{77D9A7AE-874E-4FD8-8DA4-035C0A47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290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demo-item-20-2">
            <a:extLst xmlns:a="http://schemas.openxmlformats.org/drawingml/2006/main">
              <a:ext uri="{FF2B5EF4-FFF2-40B4-BE49-F238E27FC236}">
                <a16:creationId xmlns:a16="http://schemas.microsoft.com/office/drawing/2014/main" id="{B38FEC8B-F14B-4039-9228-B1CE7449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909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Requested, uploaded, verified and stale states</a:t>
            </a:r>
          </a:p>
        </p:txBody>
      </p:sp>
      <p:sp>
        <p:nvSpPr>
          <p:cNvPr id="14" name="value-rule-20">
            <a:extLst xmlns:a="http://schemas.openxmlformats.org/drawingml/2006/main">
              <a:ext uri="{FF2B5EF4-FFF2-40B4-BE49-F238E27FC236}">
                <a16:creationId xmlns:a16="http://schemas.microsoft.com/office/drawing/2014/main" id="{791B7FF8-107E-4B02-8A0F-E2710683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911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alue-label-20">
            <a:extLst xmlns:a="http://schemas.openxmlformats.org/drawingml/2006/main">
              <a:ext uri="{FF2B5EF4-FFF2-40B4-BE49-F238E27FC236}">
                <a16:creationId xmlns:a16="http://schemas.microsoft.com/office/drawing/2014/main" id="{D73B2722-B11D-4962-9486-69348424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911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6" name="value-text-20">
            <a:extLst xmlns:a="http://schemas.openxmlformats.org/drawingml/2006/main">
              <a:ext uri="{FF2B5EF4-FFF2-40B4-BE49-F238E27FC236}">
                <a16:creationId xmlns:a16="http://schemas.microsoft.com/office/drawing/2014/main" id="{3EF27C7B-0034-440D-A63A-6C02C1B8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381625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Reduces repeated document requests and explains why each document is needed.</a:t>
            </a:r>
          </a:p>
        </p:txBody>
      </p:sp>
      <p:sp>
        <p:nvSpPr>
          <p:cNvPr id="17" name="footer-section-20">
            <a:extLst xmlns:a="http://schemas.openxmlformats.org/drawingml/2006/main">
              <a:ext uri="{FF2B5EF4-FFF2-40B4-BE49-F238E27FC236}">
                <a16:creationId xmlns:a16="http://schemas.microsoft.com/office/drawing/2014/main" id="{F8E231CF-80B0-4016-9A7C-A62F03C4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CUSTOMER PORTAL</a:t>
            </a:r>
          </a:p>
        </p:txBody>
      </p:sp>
      <p:sp>
        <p:nvSpPr>
          <p:cNvPr id="18" name="footer-number-20">
            <a:extLst xmlns:a="http://schemas.openxmlformats.org/drawingml/2006/main">
              <a:ext uri="{FF2B5EF4-FFF2-40B4-BE49-F238E27FC236}">
                <a16:creationId xmlns:a16="http://schemas.microsoft.com/office/drawing/2014/main" id="{6A4A91A2-C9B8-45CC-8117-83A39EEC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86690757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21">
            <a:extLst xmlns:a="http://schemas.openxmlformats.org/drawingml/2006/main">
              <a:ext uri="{FF2B5EF4-FFF2-40B4-BE49-F238E27FC236}">
                <a16:creationId xmlns:a16="http://schemas.microsoft.com/office/drawing/2014/main" id="{B82AE390-94A4-4797-8BEE-91E5D5E8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CUSTOMER PORTAL</a:t>
            </a:r>
          </a:p>
        </p:txBody>
      </p:sp>
      <p:sp>
        <p:nvSpPr>
          <p:cNvPr id="2" name="page-title-21">
            <a:extLst xmlns:a="http://schemas.openxmlformats.org/drawingml/2006/main">
              <a:ext uri="{FF2B5EF4-FFF2-40B4-BE49-F238E27FC236}">
                <a16:creationId xmlns:a16="http://schemas.microsoft.com/office/drawing/2014/main" id="{A2280B16-EAF9-4D53-A484-3B313CAD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695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Customer messages</a:t>
            </a:r>
          </a:p>
        </p:txBody>
      </p:sp>
      <p:sp>
        <p:nvSpPr>
          <p:cNvPr id="3" name="page-route-21">
            <a:extLst xmlns:a="http://schemas.openxmlformats.org/drawingml/2006/main">
              <a:ext uri="{FF2B5EF4-FFF2-40B4-BE49-F238E27FC236}">
                <a16:creationId xmlns:a16="http://schemas.microsoft.com/office/drawing/2014/main" id="{FD0C0051-648F-44D6-A841-0BFC46B6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/portal/messages</a:t>
            </a:r>
          </a:p>
        </p:txBody>
      </p:sp>
      <p:sp>
        <p:nvSpPr>
          <p:cNvPr id="4" name="page-screen-frame-21">
            <a:extLst xmlns:a="http://schemas.openxmlformats.org/drawingml/2006/main">
              <a:ext uri="{FF2B5EF4-FFF2-40B4-BE49-F238E27FC236}">
                <a16:creationId xmlns:a16="http://schemas.microsoft.com/office/drawing/2014/main" id="{913DF1F7-BE74-46B9-AA19-72DE9944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124700" cy="401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2f935ca4ad45dc"/>
          <a:stretch xmlns:a="http://schemas.openxmlformats.org/drawingml/2006/main"/>
        </p:blipFill>
        <p:spPr>
          <a:xfrm xmlns:a="http://schemas.openxmlformats.org/drawingml/2006/main">
            <a:off x="400124" y="1809750"/>
            <a:ext cx="7124553" cy="4010025"/>
          </a:xfrm>
          <a:prstGeom xmlns:a="http://schemas.openxmlformats.org/drawingml/2006/main" prst="rect">
            <a:avLst/>
          </a:prstGeom>
        </p:spPr>
      </p:pic>
      <p:sp>
        <p:nvSpPr>
          <p:cNvPr id="6" name="page-purpose-21">
            <a:extLst xmlns:a="http://schemas.openxmlformats.org/drawingml/2006/main">
              <a:ext uri="{FF2B5EF4-FFF2-40B4-BE49-F238E27FC236}">
                <a16:creationId xmlns:a16="http://schemas.microsoft.com/office/drawing/2014/main" id="{CE97ABD8-B9E1-45FA-96C5-B6C291B0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85800"/>
            <a:ext cx="371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Provides a bounded conversation with the assigned consultant.</a:t>
            </a:r>
          </a:p>
        </p:txBody>
      </p:sp>
      <p:sp>
        <p:nvSpPr>
          <p:cNvPr id="7" name="demo-label-21">
            <a:extLst xmlns:a="http://schemas.openxmlformats.org/drawingml/2006/main">
              <a:ext uri="{FF2B5EF4-FFF2-40B4-BE49-F238E27FC236}">
                <a16:creationId xmlns:a16="http://schemas.microsoft.com/office/drawing/2014/main" id="{0266CBD7-E2AD-45E5-9005-306DBE2E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62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8" name="demo-index-21-0">
            <a:extLst xmlns:a="http://schemas.openxmlformats.org/drawingml/2006/main">
              <a:ext uri="{FF2B5EF4-FFF2-40B4-BE49-F238E27FC236}">
                <a16:creationId xmlns:a16="http://schemas.microsoft.com/office/drawing/2014/main" id="{918540EF-C8B1-4BE3-BE2B-DD1FF25B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demo-item-21-0">
            <a:extLst xmlns:a="http://schemas.openxmlformats.org/drawingml/2006/main">
              <a:ext uri="{FF2B5EF4-FFF2-40B4-BE49-F238E27FC236}">
                <a16:creationId xmlns:a16="http://schemas.microsoft.com/office/drawing/2014/main" id="{CCC7A57A-B261-4B6F-9BB2-B38A1FBE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Conversation history with staff identity</a:t>
            </a:r>
          </a:p>
        </p:txBody>
      </p:sp>
      <p:sp>
        <p:nvSpPr>
          <p:cNvPr id="10" name="demo-index-21-1">
            <a:extLst xmlns:a="http://schemas.openxmlformats.org/drawingml/2006/main">
              <a:ext uri="{FF2B5EF4-FFF2-40B4-BE49-F238E27FC236}">
                <a16:creationId xmlns:a16="http://schemas.microsoft.com/office/drawing/2014/main" id="{A345C6A2-46CD-468B-A4A3-4E96762A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765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demo-item-21-1">
            <a:extLst xmlns:a="http://schemas.openxmlformats.org/drawingml/2006/main">
              <a:ext uri="{FF2B5EF4-FFF2-40B4-BE49-F238E27FC236}">
                <a16:creationId xmlns:a16="http://schemas.microsoft.com/office/drawing/2014/main" id="{516118AD-A7C3-44D2-827B-9676AE1C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384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Persistent message composer</a:t>
            </a:r>
          </a:p>
        </p:txBody>
      </p:sp>
      <p:sp>
        <p:nvSpPr>
          <p:cNvPr id="12" name="demo-index-21-2">
            <a:extLst xmlns:a="http://schemas.openxmlformats.org/drawingml/2006/main">
              <a:ext uri="{FF2B5EF4-FFF2-40B4-BE49-F238E27FC236}">
                <a16:creationId xmlns:a16="http://schemas.microsoft.com/office/drawing/2014/main" id="{859585DB-41D1-4E9D-86DD-91A16936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290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demo-item-21-2">
            <a:extLst xmlns:a="http://schemas.openxmlformats.org/drawingml/2006/main">
              <a:ext uri="{FF2B5EF4-FFF2-40B4-BE49-F238E27FC236}">
                <a16:creationId xmlns:a16="http://schemas.microsoft.com/office/drawing/2014/main" id="{5D5A3404-5585-44CA-AA39-00003BE5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909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Support fallback when the portal is not enough</a:t>
            </a:r>
          </a:p>
        </p:txBody>
      </p:sp>
      <p:sp>
        <p:nvSpPr>
          <p:cNvPr id="14" name="value-rule-21">
            <a:extLst xmlns:a="http://schemas.openxmlformats.org/drawingml/2006/main">
              <a:ext uri="{FF2B5EF4-FFF2-40B4-BE49-F238E27FC236}">
                <a16:creationId xmlns:a16="http://schemas.microsoft.com/office/drawing/2014/main" id="{82056A0A-8907-40DA-879A-AE0D8109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911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alue-label-21">
            <a:extLst xmlns:a="http://schemas.openxmlformats.org/drawingml/2006/main">
              <a:ext uri="{FF2B5EF4-FFF2-40B4-BE49-F238E27FC236}">
                <a16:creationId xmlns:a16="http://schemas.microsoft.com/office/drawing/2014/main" id="{802E3A4C-D818-40C8-99D9-431261D4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911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6" name="value-text-21">
            <a:extLst xmlns:a="http://schemas.openxmlformats.org/drawingml/2006/main">
              <a:ext uri="{FF2B5EF4-FFF2-40B4-BE49-F238E27FC236}">
                <a16:creationId xmlns:a16="http://schemas.microsoft.com/office/drawing/2014/main" id="{A7B75BBE-6401-438A-9E17-69BEA054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381625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Keeps journey communication attached to the customer’s case.</a:t>
            </a:r>
          </a:p>
        </p:txBody>
      </p:sp>
      <p:sp>
        <p:nvSpPr>
          <p:cNvPr id="17" name="footer-section-21">
            <a:extLst xmlns:a="http://schemas.openxmlformats.org/drawingml/2006/main">
              <a:ext uri="{FF2B5EF4-FFF2-40B4-BE49-F238E27FC236}">
                <a16:creationId xmlns:a16="http://schemas.microsoft.com/office/drawing/2014/main" id="{1E0CA5F9-4045-46EE-9FD7-19413AC4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CUSTOMER PORTAL</a:t>
            </a:r>
          </a:p>
        </p:txBody>
      </p:sp>
      <p:sp>
        <p:nvSpPr>
          <p:cNvPr id="18" name="footer-number-21">
            <a:extLst xmlns:a="http://schemas.openxmlformats.org/drawingml/2006/main">
              <a:ext uri="{FF2B5EF4-FFF2-40B4-BE49-F238E27FC236}">
                <a16:creationId xmlns:a16="http://schemas.microsoft.com/office/drawing/2014/main" id="{FB06ADD4-952C-41FE-A6CB-860F9F27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53919470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22">
            <a:extLst xmlns:a="http://schemas.openxmlformats.org/drawingml/2006/main">
              <a:ext uri="{FF2B5EF4-FFF2-40B4-BE49-F238E27FC236}">
                <a16:creationId xmlns:a16="http://schemas.microsoft.com/office/drawing/2014/main" id="{78761E2B-B0A5-46FB-8BC3-BE4E6159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CUSTOMER PORTAL</a:t>
            </a:r>
          </a:p>
        </p:txBody>
      </p:sp>
      <p:sp>
        <p:nvSpPr>
          <p:cNvPr id="2" name="page-title-22">
            <a:extLst xmlns:a="http://schemas.openxmlformats.org/drawingml/2006/main">
              <a:ext uri="{FF2B5EF4-FFF2-40B4-BE49-F238E27FC236}">
                <a16:creationId xmlns:a16="http://schemas.microsoft.com/office/drawing/2014/main" id="{B91BB87A-2386-4EE7-ACC9-D78FBFEB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695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Account and Finance Passport</a:t>
            </a:r>
          </a:p>
        </p:txBody>
      </p:sp>
      <p:sp>
        <p:nvSpPr>
          <p:cNvPr id="3" name="page-route-22">
            <a:extLst xmlns:a="http://schemas.openxmlformats.org/drawingml/2006/main">
              <a:ext uri="{FF2B5EF4-FFF2-40B4-BE49-F238E27FC236}">
                <a16:creationId xmlns:a16="http://schemas.microsoft.com/office/drawing/2014/main" id="{66353DD2-1320-4E29-97A4-9FEF84C3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/portal/account</a:t>
            </a:r>
          </a:p>
        </p:txBody>
      </p:sp>
      <p:sp>
        <p:nvSpPr>
          <p:cNvPr id="4" name="page-screen-frame-22">
            <a:extLst xmlns:a="http://schemas.openxmlformats.org/drawingml/2006/main">
              <a:ext uri="{FF2B5EF4-FFF2-40B4-BE49-F238E27FC236}">
                <a16:creationId xmlns:a16="http://schemas.microsoft.com/office/drawing/2014/main" id="{597A3F2B-97CC-4340-BBFE-DF5F7373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124700" cy="401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9c297562f24767"/>
          <a:stretch xmlns:a="http://schemas.openxmlformats.org/drawingml/2006/main"/>
        </p:blipFill>
        <p:spPr>
          <a:xfrm xmlns:a="http://schemas.openxmlformats.org/drawingml/2006/main">
            <a:off x="400124" y="1809750"/>
            <a:ext cx="7124553" cy="4010025"/>
          </a:xfrm>
          <a:prstGeom xmlns:a="http://schemas.openxmlformats.org/drawingml/2006/main" prst="rect">
            <a:avLst/>
          </a:prstGeom>
        </p:spPr>
      </p:pic>
      <p:sp>
        <p:nvSpPr>
          <p:cNvPr id="6" name="page-purpose-22">
            <a:extLst xmlns:a="http://schemas.openxmlformats.org/drawingml/2006/main">
              <a:ext uri="{FF2B5EF4-FFF2-40B4-BE49-F238E27FC236}">
                <a16:creationId xmlns:a16="http://schemas.microsoft.com/office/drawing/2014/main" id="{2A5246D7-EECA-44C3-A680-35DDE935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85800"/>
            <a:ext cx="371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Summarizes reusable profile readiness, preferences, privacy and history.</a:t>
            </a:r>
          </a:p>
        </p:txBody>
      </p:sp>
      <p:sp>
        <p:nvSpPr>
          <p:cNvPr id="7" name="demo-label-22">
            <a:extLst xmlns:a="http://schemas.openxmlformats.org/drawingml/2006/main">
              <a:ext uri="{FF2B5EF4-FFF2-40B4-BE49-F238E27FC236}">
                <a16:creationId xmlns:a16="http://schemas.microsoft.com/office/drawing/2014/main" id="{0D7279B9-7593-4E12-82F4-AC5E8077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62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8" name="demo-index-22-0">
            <a:extLst xmlns:a="http://schemas.openxmlformats.org/drawingml/2006/main">
              <a:ext uri="{FF2B5EF4-FFF2-40B4-BE49-F238E27FC236}">
                <a16:creationId xmlns:a16="http://schemas.microsoft.com/office/drawing/2014/main" id="{8BF5B058-52C0-4298-874C-56F10492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demo-item-22-0">
            <a:extLst xmlns:a="http://schemas.openxmlformats.org/drawingml/2006/main">
              <a:ext uri="{FF2B5EF4-FFF2-40B4-BE49-F238E27FC236}">
                <a16:creationId xmlns:a16="http://schemas.microsoft.com/office/drawing/2014/main" id="{F93B25EC-7E2A-47B7-889E-FAB3A71C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Readiness shown as sections, never a credit score</a:t>
            </a:r>
          </a:p>
        </p:txBody>
      </p:sp>
      <p:sp>
        <p:nvSpPr>
          <p:cNvPr id="10" name="demo-index-22-1">
            <a:extLst xmlns:a="http://schemas.openxmlformats.org/drawingml/2006/main">
              <a:ext uri="{FF2B5EF4-FFF2-40B4-BE49-F238E27FC236}">
                <a16:creationId xmlns:a16="http://schemas.microsoft.com/office/drawing/2014/main" id="{B25B321F-0579-4210-BF3D-B1A7885F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765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demo-item-22-1">
            <a:extLst xmlns:a="http://schemas.openxmlformats.org/drawingml/2006/main">
              <a:ext uri="{FF2B5EF4-FFF2-40B4-BE49-F238E27FC236}">
                <a16:creationId xmlns:a16="http://schemas.microsoft.com/office/drawing/2014/main" id="{0FD674E0-F819-4D59-BC36-2EEE50F3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384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Seven profile states from Not started to Stale</a:t>
            </a:r>
          </a:p>
        </p:txBody>
      </p:sp>
      <p:sp>
        <p:nvSpPr>
          <p:cNvPr id="12" name="demo-index-22-2">
            <a:extLst xmlns:a="http://schemas.openxmlformats.org/drawingml/2006/main">
              <a:ext uri="{FF2B5EF4-FFF2-40B4-BE49-F238E27FC236}">
                <a16:creationId xmlns:a16="http://schemas.microsoft.com/office/drawing/2014/main" id="{5DB2B508-4AC7-41BD-9298-EF2FE832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290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demo-item-22-2">
            <a:extLst xmlns:a="http://schemas.openxmlformats.org/drawingml/2006/main">
              <a:ext uri="{FF2B5EF4-FFF2-40B4-BE49-F238E27FC236}">
                <a16:creationId xmlns:a16="http://schemas.microsoft.com/office/drawing/2014/main" id="{5E1CF918-14B0-4FB8-AEED-4F5DCE55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909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Links to preferences, privacy and journey history</a:t>
            </a:r>
          </a:p>
        </p:txBody>
      </p:sp>
      <p:sp>
        <p:nvSpPr>
          <p:cNvPr id="14" name="value-rule-22">
            <a:extLst xmlns:a="http://schemas.openxmlformats.org/drawingml/2006/main">
              <a:ext uri="{FF2B5EF4-FFF2-40B4-BE49-F238E27FC236}">
                <a16:creationId xmlns:a16="http://schemas.microsoft.com/office/drawing/2014/main" id="{D3B5C4E2-17E4-48FF-9CA2-ABA93A5A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911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alue-label-22">
            <a:extLst xmlns:a="http://schemas.openxmlformats.org/drawingml/2006/main">
              <a:ext uri="{FF2B5EF4-FFF2-40B4-BE49-F238E27FC236}">
                <a16:creationId xmlns:a16="http://schemas.microsoft.com/office/drawing/2014/main" id="{03B81179-82E6-46F9-8DF2-3FE8EF98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911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6" name="value-text-22">
            <a:extLst xmlns:a="http://schemas.openxmlformats.org/drawingml/2006/main">
              <a:ext uri="{FF2B5EF4-FFF2-40B4-BE49-F238E27FC236}">
                <a16:creationId xmlns:a16="http://schemas.microsoft.com/office/drawing/2014/main" id="{0018D88F-2E2A-4A99-8DB5-0C21B468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381625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Turns one enquiry profile into a reusable long-term customer account.</a:t>
            </a:r>
          </a:p>
        </p:txBody>
      </p:sp>
      <p:sp>
        <p:nvSpPr>
          <p:cNvPr id="17" name="footer-section-22">
            <a:extLst xmlns:a="http://schemas.openxmlformats.org/drawingml/2006/main">
              <a:ext uri="{FF2B5EF4-FFF2-40B4-BE49-F238E27FC236}">
                <a16:creationId xmlns:a16="http://schemas.microsoft.com/office/drawing/2014/main" id="{BC52ED2F-D557-44B1-95BD-C166E024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CUSTOMER PORTAL</a:t>
            </a:r>
          </a:p>
        </p:txBody>
      </p:sp>
      <p:sp>
        <p:nvSpPr>
          <p:cNvPr id="18" name="footer-number-22">
            <a:extLst xmlns:a="http://schemas.openxmlformats.org/drawingml/2006/main">
              <a:ext uri="{FF2B5EF4-FFF2-40B4-BE49-F238E27FC236}">
                <a16:creationId xmlns:a16="http://schemas.microsoft.com/office/drawing/2014/main" id="{C88AC722-2A28-4D21-9B7A-DF02A9DE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927022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23">
            <a:extLst xmlns:a="http://schemas.openxmlformats.org/drawingml/2006/main">
              <a:ext uri="{FF2B5EF4-FFF2-40B4-BE49-F238E27FC236}">
                <a16:creationId xmlns:a16="http://schemas.microsoft.com/office/drawing/2014/main" id="{A14C3B58-47F0-4BF5-AF6D-11DCBB7B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CUSTOMER PORTAL</a:t>
            </a:r>
          </a:p>
        </p:txBody>
      </p:sp>
      <p:sp>
        <p:nvSpPr>
          <p:cNvPr id="2" name="page-title-23">
            <a:extLst xmlns:a="http://schemas.openxmlformats.org/drawingml/2006/main">
              <a:ext uri="{FF2B5EF4-FFF2-40B4-BE49-F238E27FC236}">
                <a16:creationId xmlns:a16="http://schemas.microsoft.com/office/drawing/2014/main" id="{14786933-AFA0-44BF-B7FD-A9DC4E73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695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Finance Passport section</a:t>
            </a:r>
          </a:p>
        </p:txBody>
      </p:sp>
      <p:sp>
        <p:nvSpPr>
          <p:cNvPr id="3" name="page-route-23">
            <a:extLst xmlns:a="http://schemas.openxmlformats.org/drawingml/2006/main">
              <a:ext uri="{FF2B5EF4-FFF2-40B4-BE49-F238E27FC236}">
                <a16:creationId xmlns:a16="http://schemas.microsoft.com/office/drawing/2014/main" id="{F8D9351D-A700-4ADA-81D6-A96614E2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/portal/account/passport/identity</a:t>
            </a:r>
          </a:p>
        </p:txBody>
      </p:sp>
      <p:sp>
        <p:nvSpPr>
          <p:cNvPr id="4" name="page-screen-frame-23">
            <a:extLst xmlns:a="http://schemas.openxmlformats.org/drawingml/2006/main">
              <a:ext uri="{FF2B5EF4-FFF2-40B4-BE49-F238E27FC236}">
                <a16:creationId xmlns:a16="http://schemas.microsoft.com/office/drawing/2014/main" id="{D66CD0FE-6A28-4097-A394-FDC5A7F9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124700" cy="401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6c56daef6f4b58"/>
          <a:stretch xmlns:a="http://schemas.openxmlformats.org/drawingml/2006/main"/>
        </p:blipFill>
        <p:spPr>
          <a:xfrm xmlns:a="http://schemas.openxmlformats.org/drawingml/2006/main">
            <a:off x="400124" y="1809750"/>
            <a:ext cx="7124553" cy="4010025"/>
          </a:xfrm>
          <a:prstGeom xmlns:a="http://schemas.openxmlformats.org/drawingml/2006/main" prst="rect">
            <a:avLst/>
          </a:prstGeom>
        </p:spPr>
      </p:pic>
      <p:sp>
        <p:nvSpPr>
          <p:cNvPr id="6" name="page-purpose-23">
            <a:extLst xmlns:a="http://schemas.openxmlformats.org/drawingml/2006/main">
              <a:ext uri="{FF2B5EF4-FFF2-40B4-BE49-F238E27FC236}">
                <a16:creationId xmlns:a16="http://schemas.microsoft.com/office/drawing/2014/main" id="{4A59A45F-4746-4478-8AE0-E9F80DC0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85800"/>
            <a:ext cx="371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Lets customers review or correct one profile section at a time.</a:t>
            </a:r>
          </a:p>
        </p:txBody>
      </p:sp>
      <p:sp>
        <p:nvSpPr>
          <p:cNvPr id="7" name="demo-label-23">
            <a:extLst xmlns:a="http://schemas.openxmlformats.org/drawingml/2006/main">
              <a:ext uri="{FF2B5EF4-FFF2-40B4-BE49-F238E27FC236}">
                <a16:creationId xmlns:a16="http://schemas.microsoft.com/office/drawing/2014/main" id="{D9CDC998-35F6-4A68-A4F7-A1BC8C58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62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8" name="demo-index-23-0">
            <a:extLst xmlns:a="http://schemas.openxmlformats.org/drawingml/2006/main">
              <a:ext uri="{FF2B5EF4-FFF2-40B4-BE49-F238E27FC236}">
                <a16:creationId xmlns:a16="http://schemas.microsoft.com/office/drawing/2014/main" id="{98E7E842-AFEE-4782-BEE8-EF7EAE7B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demo-item-23-0">
            <a:extLst xmlns:a="http://schemas.openxmlformats.org/drawingml/2006/main">
              <a:ext uri="{FF2B5EF4-FFF2-40B4-BE49-F238E27FC236}">
                <a16:creationId xmlns:a16="http://schemas.microsoft.com/office/drawing/2014/main" id="{62F52714-11E9-465A-AFF9-E6AD7C85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Short labeled fields and masked sensitive values</a:t>
            </a:r>
          </a:p>
        </p:txBody>
      </p:sp>
      <p:sp>
        <p:nvSpPr>
          <p:cNvPr id="10" name="demo-index-23-1">
            <a:extLst xmlns:a="http://schemas.openxmlformats.org/drawingml/2006/main">
              <a:ext uri="{FF2B5EF4-FFF2-40B4-BE49-F238E27FC236}">
                <a16:creationId xmlns:a16="http://schemas.microsoft.com/office/drawing/2014/main" id="{A6E9DB1F-C460-4801-BFFE-739299D0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765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demo-item-23-1">
            <a:extLst xmlns:a="http://schemas.openxmlformats.org/drawingml/2006/main">
              <a:ext uri="{FF2B5EF4-FFF2-40B4-BE49-F238E27FC236}">
                <a16:creationId xmlns:a16="http://schemas.microsoft.com/office/drawing/2014/main" id="{4652B6B9-6783-4CAA-A7E1-BC8D4446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384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Save, confirmation and review states</a:t>
            </a:r>
          </a:p>
        </p:txBody>
      </p:sp>
      <p:sp>
        <p:nvSpPr>
          <p:cNvPr id="12" name="demo-index-23-2">
            <a:extLst xmlns:a="http://schemas.openxmlformats.org/drawingml/2006/main">
              <a:ext uri="{FF2B5EF4-FFF2-40B4-BE49-F238E27FC236}">
                <a16:creationId xmlns:a16="http://schemas.microsoft.com/office/drawing/2014/main" id="{64D2E7BE-0DBE-4A8E-A617-1D741E0F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290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demo-item-23-2">
            <a:extLst xmlns:a="http://schemas.openxmlformats.org/drawingml/2006/main">
              <a:ext uri="{FF2B5EF4-FFF2-40B4-BE49-F238E27FC236}">
                <a16:creationId xmlns:a16="http://schemas.microsoft.com/office/drawing/2014/main" id="{7116A391-C9F2-4427-A43C-72A42268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909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Pending corrections preserve the prior verified value</a:t>
            </a:r>
          </a:p>
        </p:txBody>
      </p:sp>
      <p:sp>
        <p:nvSpPr>
          <p:cNvPr id="14" name="value-rule-23">
            <a:extLst xmlns:a="http://schemas.openxmlformats.org/drawingml/2006/main">
              <a:ext uri="{FF2B5EF4-FFF2-40B4-BE49-F238E27FC236}">
                <a16:creationId xmlns:a16="http://schemas.microsoft.com/office/drawing/2014/main" id="{E09C1E97-07C0-4941-AC7B-DE6A0FBC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911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alue-label-23">
            <a:extLst xmlns:a="http://schemas.openxmlformats.org/drawingml/2006/main">
              <a:ext uri="{FF2B5EF4-FFF2-40B4-BE49-F238E27FC236}">
                <a16:creationId xmlns:a16="http://schemas.microsoft.com/office/drawing/2014/main" id="{C2F1C519-9A49-4B82-84BA-93D248B3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911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6" name="value-text-23">
            <a:extLst xmlns:a="http://schemas.openxmlformats.org/drawingml/2006/main">
              <a:ext uri="{FF2B5EF4-FFF2-40B4-BE49-F238E27FC236}">
                <a16:creationId xmlns:a16="http://schemas.microsoft.com/office/drawing/2014/main" id="{DAB6ACAB-36E2-48A5-9992-802CC02A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381625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Makes profile maintenance understandable and auditable.</a:t>
            </a:r>
          </a:p>
        </p:txBody>
      </p:sp>
      <p:sp>
        <p:nvSpPr>
          <p:cNvPr id="17" name="footer-section-23">
            <a:extLst xmlns:a="http://schemas.openxmlformats.org/drawingml/2006/main">
              <a:ext uri="{FF2B5EF4-FFF2-40B4-BE49-F238E27FC236}">
                <a16:creationId xmlns:a16="http://schemas.microsoft.com/office/drawing/2014/main" id="{5417AEB0-6F4A-4AB5-9E23-6CBECB74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CUSTOMER PORTAL</a:t>
            </a:r>
          </a:p>
        </p:txBody>
      </p:sp>
      <p:sp>
        <p:nvSpPr>
          <p:cNvPr id="18" name="footer-number-23">
            <a:extLst xmlns:a="http://schemas.openxmlformats.org/drawingml/2006/main">
              <a:ext uri="{FF2B5EF4-FFF2-40B4-BE49-F238E27FC236}">
                <a16:creationId xmlns:a16="http://schemas.microsoft.com/office/drawing/2014/main" id="{99D2AE9D-562A-4A07-BB75-35B4813B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67035454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24">
            <a:extLst xmlns:a="http://schemas.openxmlformats.org/drawingml/2006/main">
              <a:ext uri="{FF2B5EF4-FFF2-40B4-BE49-F238E27FC236}">
                <a16:creationId xmlns:a16="http://schemas.microsoft.com/office/drawing/2014/main" id="{F473CEB0-ED41-4D3A-97CD-223A730A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CUSTOMER PORTAL</a:t>
            </a:r>
          </a:p>
        </p:txBody>
      </p:sp>
      <p:sp>
        <p:nvSpPr>
          <p:cNvPr id="2" name="page-title-24">
            <a:extLst xmlns:a="http://schemas.openxmlformats.org/drawingml/2006/main">
              <a:ext uri="{FF2B5EF4-FFF2-40B4-BE49-F238E27FC236}">
                <a16:creationId xmlns:a16="http://schemas.microsoft.com/office/drawing/2014/main" id="{0C9F3D86-5585-4062-8FBA-A3D344CD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695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Notification preferences</a:t>
            </a:r>
          </a:p>
        </p:txBody>
      </p:sp>
      <p:sp>
        <p:nvSpPr>
          <p:cNvPr id="3" name="page-route-24">
            <a:extLst xmlns:a="http://schemas.openxmlformats.org/drawingml/2006/main">
              <a:ext uri="{FF2B5EF4-FFF2-40B4-BE49-F238E27FC236}">
                <a16:creationId xmlns:a16="http://schemas.microsoft.com/office/drawing/2014/main" id="{F9F94FAF-95FB-4DD0-B803-EC0764B7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/portal/account/notifications</a:t>
            </a:r>
          </a:p>
        </p:txBody>
      </p:sp>
      <p:sp>
        <p:nvSpPr>
          <p:cNvPr id="4" name="page-screen-frame-24">
            <a:extLst xmlns:a="http://schemas.openxmlformats.org/drawingml/2006/main">
              <a:ext uri="{FF2B5EF4-FFF2-40B4-BE49-F238E27FC236}">
                <a16:creationId xmlns:a16="http://schemas.microsoft.com/office/drawing/2014/main" id="{BC4A7F07-B747-481B-9F27-96B3D774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124700" cy="401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f10bfe5bb64e38"/>
          <a:stretch xmlns:a="http://schemas.openxmlformats.org/drawingml/2006/main"/>
        </p:blipFill>
        <p:spPr>
          <a:xfrm xmlns:a="http://schemas.openxmlformats.org/drawingml/2006/main">
            <a:off x="400124" y="1809750"/>
            <a:ext cx="7124553" cy="4010025"/>
          </a:xfrm>
          <a:prstGeom xmlns:a="http://schemas.openxmlformats.org/drawingml/2006/main" prst="rect">
            <a:avLst/>
          </a:prstGeom>
        </p:spPr>
      </p:pic>
      <p:sp>
        <p:nvSpPr>
          <p:cNvPr id="6" name="page-purpose-24">
            <a:extLst xmlns:a="http://schemas.openxmlformats.org/drawingml/2006/main">
              <a:ext uri="{FF2B5EF4-FFF2-40B4-BE49-F238E27FC236}">
                <a16:creationId xmlns:a16="http://schemas.microsoft.com/office/drawing/2014/main" id="{AB8CBD3E-F437-4752-B0F2-B9EC52B9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85800"/>
            <a:ext cx="371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Controls WhatsApp, SMS and email by alert type.</a:t>
            </a:r>
          </a:p>
        </p:txBody>
      </p:sp>
      <p:sp>
        <p:nvSpPr>
          <p:cNvPr id="7" name="demo-label-24">
            <a:extLst xmlns:a="http://schemas.openxmlformats.org/drawingml/2006/main">
              <a:ext uri="{FF2B5EF4-FFF2-40B4-BE49-F238E27FC236}">
                <a16:creationId xmlns:a16="http://schemas.microsoft.com/office/drawing/2014/main" id="{26CAD973-6C50-48C9-9F0F-2634D90D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62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8" name="demo-index-24-0">
            <a:extLst xmlns:a="http://schemas.openxmlformats.org/drawingml/2006/main">
              <a:ext uri="{FF2B5EF4-FFF2-40B4-BE49-F238E27FC236}">
                <a16:creationId xmlns:a16="http://schemas.microsoft.com/office/drawing/2014/main" id="{3B72CDF3-D220-45C2-8372-80FC1D8A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demo-item-24-0">
            <a:extLst xmlns:a="http://schemas.openxmlformats.org/drawingml/2006/main">
              <a:ext uri="{FF2B5EF4-FFF2-40B4-BE49-F238E27FC236}">
                <a16:creationId xmlns:a16="http://schemas.microsoft.com/office/drawing/2014/main" id="{08749954-26D6-4BA2-A918-1274D5CE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Journey, document, message and appointment alerts</a:t>
            </a:r>
          </a:p>
        </p:txBody>
      </p:sp>
      <p:sp>
        <p:nvSpPr>
          <p:cNvPr id="10" name="demo-index-24-1">
            <a:extLst xmlns:a="http://schemas.openxmlformats.org/drawingml/2006/main">
              <a:ext uri="{FF2B5EF4-FFF2-40B4-BE49-F238E27FC236}">
                <a16:creationId xmlns:a16="http://schemas.microsoft.com/office/drawing/2014/main" id="{1F032CB7-B2E7-434D-8B18-DB9DE010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765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demo-item-24-1">
            <a:extLst xmlns:a="http://schemas.openxmlformats.org/drawingml/2006/main">
              <a:ext uri="{FF2B5EF4-FFF2-40B4-BE49-F238E27FC236}">
                <a16:creationId xmlns:a16="http://schemas.microsoft.com/office/drawing/2014/main" id="{09EE0514-A72B-412F-9D26-AFB9587C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384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Separate optional marketing controls</a:t>
            </a:r>
          </a:p>
        </p:txBody>
      </p:sp>
      <p:sp>
        <p:nvSpPr>
          <p:cNvPr id="12" name="demo-index-24-2">
            <a:extLst xmlns:a="http://schemas.openxmlformats.org/drawingml/2006/main">
              <a:ext uri="{FF2B5EF4-FFF2-40B4-BE49-F238E27FC236}">
                <a16:creationId xmlns:a16="http://schemas.microsoft.com/office/drawing/2014/main" id="{EE1BF140-C0B5-48B4-8386-B7AEF7DC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290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demo-item-24-2">
            <a:extLst xmlns:a="http://schemas.openxmlformats.org/drawingml/2006/main">
              <a:ext uri="{FF2B5EF4-FFF2-40B4-BE49-F238E27FC236}">
                <a16:creationId xmlns:a16="http://schemas.microsoft.com/office/drawing/2014/main" id="{CB689A88-39E6-454B-B897-B4D0B51D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909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Mobile-friendly 44px channel controls</a:t>
            </a:r>
          </a:p>
        </p:txBody>
      </p:sp>
      <p:sp>
        <p:nvSpPr>
          <p:cNvPr id="14" name="value-rule-24">
            <a:extLst xmlns:a="http://schemas.openxmlformats.org/drawingml/2006/main">
              <a:ext uri="{FF2B5EF4-FFF2-40B4-BE49-F238E27FC236}">
                <a16:creationId xmlns:a16="http://schemas.microsoft.com/office/drawing/2014/main" id="{E5B335A4-B8CB-4A4A-8753-D781ADE6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911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alue-label-24">
            <a:extLst xmlns:a="http://schemas.openxmlformats.org/drawingml/2006/main">
              <a:ext uri="{FF2B5EF4-FFF2-40B4-BE49-F238E27FC236}">
                <a16:creationId xmlns:a16="http://schemas.microsoft.com/office/drawing/2014/main" id="{55520629-6F62-4949-AC8C-D5F41C6F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911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6" name="value-text-24">
            <a:extLst xmlns:a="http://schemas.openxmlformats.org/drawingml/2006/main">
              <a:ext uri="{FF2B5EF4-FFF2-40B4-BE49-F238E27FC236}">
                <a16:creationId xmlns:a16="http://schemas.microsoft.com/office/drawing/2014/main" id="{C5C31557-2AEE-4694-88B3-58EDD6A5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381625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Respects customer channel choice without hiding essential portal notices.</a:t>
            </a:r>
          </a:p>
        </p:txBody>
      </p:sp>
      <p:sp>
        <p:nvSpPr>
          <p:cNvPr id="17" name="footer-section-24">
            <a:extLst xmlns:a="http://schemas.openxmlformats.org/drawingml/2006/main">
              <a:ext uri="{FF2B5EF4-FFF2-40B4-BE49-F238E27FC236}">
                <a16:creationId xmlns:a16="http://schemas.microsoft.com/office/drawing/2014/main" id="{B6EB46F6-9CEE-453D-8829-0EC3B922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CUSTOMER PORTAL</a:t>
            </a:r>
          </a:p>
        </p:txBody>
      </p:sp>
      <p:sp>
        <p:nvSpPr>
          <p:cNvPr id="18" name="footer-number-24">
            <a:extLst xmlns:a="http://schemas.openxmlformats.org/drawingml/2006/main">
              <a:ext uri="{FF2B5EF4-FFF2-40B4-BE49-F238E27FC236}">
                <a16:creationId xmlns:a16="http://schemas.microsoft.com/office/drawing/2014/main" id="{FF20EBF6-F27B-41A0-82EC-62BC158C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3402592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25">
            <a:extLst xmlns:a="http://schemas.openxmlformats.org/drawingml/2006/main">
              <a:ext uri="{FF2B5EF4-FFF2-40B4-BE49-F238E27FC236}">
                <a16:creationId xmlns:a16="http://schemas.microsoft.com/office/drawing/2014/main" id="{6A22C712-9BF8-41F3-B334-D2E02BC7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CUSTOMER PORTAL</a:t>
            </a:r>
          </a:p>
        </p:txBody>
      </p:sp>
      <p:sp>
        <p:nvSpPr>
          <p:cNvPr id="2" name="page-title-25">
            <a:extLst xmlns:a="http://schemas.openxmlformats.org/drawingml/2006/main">
              <a:ext uri="{FF2B5EF4-FFF2-40B4-BE49-F238E27FC236}">
                <a16:creationId xmlns:a16="http://schemas.microsoft.com/office/drawing/2014/main" id="{338C33B0-3F64-4FF1-9808-F1634658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695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Privacy centre</a:t>
            </a:r>
          </a:p>
        </p:txBody>
      </p:sp>
      <p:sp>
        <p:nvSpPr>
          <p:cNvPr id="3" name="page-route-25">
            <a:extLst xmlns:a="http://schemas.openxmlformats.org/drawingml/2006/main">
              <a:ext uri="{FF2B5EF4-FFF2-40B4-BE49-F238E27FC236}">
                <a16:creationId xmlns:a16="http://schemas.microsoft.com/office/drawing/2014/main" id="{66AED8D4-40E6-481B-BE23-98C87FAB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/portal/account/privacy</a:t>
            </a:r>
          </a:p>
        </p:txBody>
      </p:sp>
      <p:sp>
        <p:nvSpPr>
          <p:cNvPr id="4" name="page-screen-frame-25">
            <a:extLst xmlns:a="http://schemas.openxmlformats.org/drawingml/2006/main">
              <a:ext uri="{FF2B5EF4-FFF2-40B4-BE49-F238E27FC236}">
                <a16:creationId xmlns:a16="http://schemas.microsoft.com/office/drawing/2014/main" id="{54312108-E208-47B9-A54F-5DA477DA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124700" cy="401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d850265f914b46"/>
          <a:stretch xmlns:a="http://schemas.openxmlformats.org/drawingml/2006/main"/>
        </p:blipFill>
        <p:spPr>
          <a:xfrm xmlns:a="http://schemas.openxmlformats.org/drawingml/2006/main">
            <a:off x="400124" y="1809750"/>
            <a:ext cx="7124553" cy="4010025"/>
          </a:xfrm>
          <a:prstGeom xmlns:a="http://schemas.openxmlformats.org/drawingml/2006/main" prst="rect">
            <a:avLst/>
          </a:prstGeom>
        </p:spPr>
      </p:pic>
      <p:sp>
        <p:nvSpPr>
          <p:cNvPr id="6" name="page-purpose-25">
            <a:extLst xmlns:a="http://schemas.openxmlformats.org/drawingml/2006/main">
              <a:ext uri="{FF2B5EF4-FFF2-40B4-BE49-F238E27FC236}">
                <a16:creationId xmlns:a16="http://schemas.microsoft.com/office/drawing/2014/main" id="{7143AA78-A390-49EA-81B6-CCEA7DA1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85800"/>
            <a:ext cx="371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Makes consent and personal-data rights visible inside the account.</a:t>
            </a:r>
          </a:p>
        </p:txBody>
      </p:sp>
      <p:sp>
        <p:nvSpPr>
          <p:cNvPr id="7" name="demo-label-25">
            <a:extLst xmlns:a="http://schemas.openxmlformats.org/drawingml/2006/main">
              <a:ext uri="{FF2B5EF4-FFF2-40B4-BE49-F238E27FC236}">
                <a16:creationId xmlns:a16="http://schemas.microsoft.com/office/drawing/2014/main" id="{B65DF0DD-E4EA-44B8-A98B-26F23E47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62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8" name="demo-index-25-0">
            <a:extLst xmlns:a="http://schemas.openxmlformats.org/drawingml/2006/main">
              <a:ext uri="{FF2B5EF4-FFF2-40B4-BE49-F238E27FC236}">
                <a16:creationId xmlns:a16="http://schemas.microsoft.com/office/drawing/2014/main" id="{DF167288-D524-44E0-8A33-1C7F45F5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demo-item-25-0">
            <a:extLst xmlns:a="http://schemas.openxmlformats.org/drawingml/2006/main">
              <a:ext uri="{FF2B5EF4-FFF2-40B4-BE49-F238E27FC236}">
                <a16:creationId xmlns:a16="http://schemas.microsoft.com/office/drawing/2014/main" id="{496410A2-217A-4536-ACB9-9802DD5B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Journey-specific consent history</a:t>
            </a:r>
          </a:p>
        </p:txBody>
      </p:sp>
      <p:sp>
        <p:nvSpPr>
          <p:cNvPr id="10" name="demo-index-25-1">
            <a:extLst xmlns:a="http://schemas.openxmlformats.org/drawingml/2006/main">
              <a:ext uri="{FF2B5EF4-FFF2-40B4-BE49-F238E27FC236}">
                <a16:creationId xmlns:a16="http://schemas.microsoft.com/office/drawing/2014/main" id="{A03A0DBE-0F27-4A72-A15F-8C230BC8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765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demo-item-25-1">
            <a:extLst xmlns:a="http://schemas.openxmlformats.org/drawingml/2006/main">
              <a:ext uri="{FF2B5EF4-FFF2-40B4-BE49-F238E27FC236}">
                <a16:creationId xmlns:a16="http://schemas.microsoft.com/office/drawing/2014/main" id="{5EE8BC46-2E6B-4F85-8EC0-6AAF2F1E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384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Data access, correction and closure requests</a:t>
            </a:r>
          </a:p>
        </p:txBody>
      </p:sp>
      <p:sp>
        <p:nvSpPr>
          <p:cNvPr id="12" name="demo-index-25-2">
            <a:extLst xmlns:a="http://schemas.openxmlformats.org/drawingml/2006/main">
              <a:ext uri="{FF2B5EF4-FFF2-40B4-BE49-F238E27FC236}">
                <a16:creationId xmlns:a16="http://schemas.microsoft.com/office/drawing/2014/main" id="{6BC88C53-2E93-4FD4-81B1-2C3773D0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290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demo-item-25-2">
            <a:extLst xmlns:a="http://schemas.openxmlformats.org/drawingml/2006/main">
              <a:ext uri="{FF2B5EF4-FFF2-40B4-BE49-F238E27FC236}">
                <a16:creationId xmlns:a16="http://schemas.microsoft.com/office/drawing/2014/main" id="{3C6A7C16-46EB-42D8-836D-23264B50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909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Plain-language retention explanation</a:t>
            </a:r>
          </a:p>
        </p:txBody>
      </p:sp>
      <p:sp>
        <p:nvSpPr>
          <p:cNvPr id="14" name="value-rule-25">
            <a:extLst xmlns:a="http://schemas.openxmlformats.org/drawingml/2006/main">
              <a:ext uri="{FF2B5EF4-FFF2-40B4-BE49-F238E27FC236}">
                <a16:creationId xmlns:a16="http://schemas.microsoft.com/office/drawing/2014/main" id="{F70B5E02-D6F4-4AD2-9149-302AC366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911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alue-label-25">
            <a:extLst xmlns:a="http://schemas.openxmlformats.org/drawingml/2006/main">
              <a:ext uri="{FF2B5EF4-FFF2-40B4-BE49-F238E27FC236}">
                <a16:creationId xmlns:a16="http://schemas.microsoft.com/office/drawing/2014/main" id="{5B55E8B0-E39A-450D-A2D9-A8B64C54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911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6" name="value-text-25">
            <a:extLst xmlns:a="http://schemas.openxmlformats.org/drawingml/2006/main">
              <a:ext uri="{FF2B5EF4-FFF2-40B4-BE49-F238E27FC236}">
                <a16:creationId xmlns:a16="http://schemas.microsoft.com/office/drawing/2014/main" id="{36E32A84-391B-4A1B-AA13-7D775874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381625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Gives customers practical control over their information.</a:t>
            </a:r>
          </a:p>
        </p:txBody>
      </p:sp>
      <p:sp>
        <p:nvSpPr>
          <p:cNvPr id="17" name="footer-section-25">
            <a:extLst xmlns:a="http://schemas.openxmlformats.org/drawingml/2006/main">
              <a:ext uri="{FF2B5EF4-FFF2-40B4-BE49-F238E27FC236}">
                <a16:creationId xmlns:a16="http://schemas.microsoft.com/office/drawing/2014/main" id="{CB192367-9E8A-462B-A81D-27CB9A70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CUSTOMER PORTAL</a:t>
            </a:r>
          </a:p>
        </p:txBody>
      </p:sp>
      <p:sp>
        <p:nvSpPr>
          <p:cNvPr id="18" name="footer-number-25">
            <a:extLst xmlns:a="http://schemas.openxmlformats.org/drawingml/2006/main">
              <a:ext uri="{FF2B5EF4-FFF2-40B4-BE49-F238E27FC236}">
                <a16:creationId xmlns:a16="http://schemas.microsoft.com/office/drawing/2014/main" id="{CDB772C7-02AC-46FE-897F-463196F9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09212602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26">
            <a:extLst xmlns:a="http://schemas.openxmlformats.org/drawingml/2006/main">
              <a:ext uri="{FF2B5EF4-FFF2-40B4-BE49-F238E27FC236}">
                <a16:creationId xmlns:a16="http://schemas.microsoft.com/office/drawing/2014/main" id="{DE124296-21A9-403C-B167-80E78E0D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CUSTOMER PORTAL</a:t>
            </a:r>
          </a:p>
        </p:txBody>
      </p:sp>
      <p:sp>
        <p:nvSpPr>
          <p:cNvPr id="2" name="page-title-26">
            <a:extLst xmlns:a="http://schemas.openxmlformats.org/drawingml/2006/main">
              <a:ext uri="{FF2B5EF4-FFF2-40B4-BE49-F238E27FC236}">
                <a16:creationId xmlns:a16="http://schemas.microsoft.com/office/drawing/2014/main" id="{1A8E4350-C494-49A1-8241-9F891F97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695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Journey history</a:t>
            </a:r>
          </a:p>
        </p:txBody>
      </p:sp>
      <p:sp>
        <p:nvSpPr>
          <p:cNvPr id="3" name="page-route-26">
            <a:extLst xmlns:a="http://schemas.openxmlformats.org/drawingml/2006/main">
              <a:ext uri="{FF2B5EF4-FFF2-40B4-BE49-F238E27FC236}">
                <a16:creationId xmlns:a16="http://schemas.microsoft.com/office/drawing/2014/main" id="{80AF6A5E-B9BA-49CC-853E-5B012E49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/portal/account/history</a:t>
            </a:r>
          </a:p>
        </p:txBody>
      </p:sp>
      <p:sp>
        <p:nvSpPr>
          <p:cNvPr id="4" name="page-screen-frame-26">
            <a:extLst xmlns:a="http://schemas.openxmlformats.org/drawingml/2006/main">
              <a:ext uri="{FF2B5EF4-FFF2-40B4-BE49-F238E27FC236}">
                <a16:creationId xmlns:a16="http://schemas.microsoft.com/office/drawing/2014/main" id="{7AD382ED-8794-4A75-93D7-1B6302B3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124700" cy="401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2c07f9404c45cc"/>
          <a:stretch xmlns:a="http://schemas.openxmlformats.org/drawingml/2006/main"/>
        </p:blipFill>
        <p:spPr>
          <a:xfrm xmlns:a="http://schemas.openxmlformats.org/drawingml/2006/main">
            <a:off x="400124" y="1809750"/>
            <a:ext cx="7124553" cy="4010025"/>
          </a:xfrm>
          <a:prstGeom xmlns:a="http://schemas.openxmlformats.org/drawingml/2006/main" prst="rect">
            <a:avLst/>
          </a:prstGeom>
        </p:spPr>
      </p:pic>
      <p:sp>
        <p:nvSpPr>
          <p:cNvPr id="6" name="page-purpose-26">
            <a:extLst xmlns:a="http://schemas.openxmlformats.org/drawingml/2006/main">
              <a:ext uri="{FF2B5EF4-FFF2-40B4-BE49-F238E27FC236}">
                <a16:creationId xmlns:a16="http://schemas.microsoft.com/office/drawing/2014/main" id="{3405D747-6C74-4818-B3E5-5937B143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85800"/>
            <a:ext cx="371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Shows active and completed vehicle journeys linked to the account.</a:t>
            </a:r>
          </a:p>
        </p:txBody>
      </p:sp>
      <p:sp>
        <p:nvSpPr>
          <p:cNvPr id="7" name="demo-label-26">
            <a:extLst xmlns:a="http://schemas.openxmlformats.org/drawingml/2006/main">
              <a:ext uri="{FF2B5EF4-FFF2-40B4-BE49-F238E27FC236}">
                <a16:creationId xmlns:a16="http://schemas.microsoft.com/office/drawing/2014/main" id="{643B0CCF-347A-4B98-B956-AF17716D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62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8" name="demo-index-26-0">
            <a:extLst xmlns:a="http://schemas.openxmlformats.org/drawingml/2006/main">
              <a:ext uri="{FF2B5EF4-FFF2-40B4-BE49-F238E27FC236}">
                <a16:creationId xmlns:a16="http://schemas.microsoft.com/office/drawing/2014/main" id="{A0C410FE-AF5E-4E8B-BAD9-94EF2851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demo-item-26-0">
            <a:extLst xmlns:a="http://schemas.openxmlformats.org/drawingml/2006/main">
              <a:ext uri="{FF2B5EF4-FFF2-40B4-BE49-F238E27FC236}">
                <a16:creationId xmlns:a16="http://schemas.microsoft.com/office/drawing/2014/main" id="{AB16FA35-9642-4D67-A42E-75BC46D6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Reference, consultant and important dates</a:t>
            </a:r>
          </a:p>
        </p:txBody>
      </p:sp>
      <p:sp>
        <p:nvSpPr>
          <p:cNvPr id="10" name="demo-index-26-1">
            <a:extLst xmlns:a="http://schemas.openxmlformats.org/drawingml/2006/main">
              <a:ext uri="{FF2B5EF4-FFF2-40B4-BE49-F238E27FC236}">
                <a16:creationId xmlns:a16="http://schemas.microsoft.com/office/drawing/2014/main" id="{E7732326-4AA2-48D4-A67A-C1D6BC07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765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demo-item-26-1">
            <a:extLst xmlns:a="http://schemas.openxmlformats.org/drawingml/2006/main">
              <a:ext uri="{FF2B5EF4-FFF2-40B4-BE49-F238E27FC236}">
                <a16:creationId xmlns:a16="http://schemas.microsoft.com/office/drawing/2014/main" id="{B625BF99-562A-45AC-B970-9C4CBDF7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384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Final delivered vehicle for completed journeys</a:t>
            </a:r>
          </a:p>
        </p:txBody>
      </p:sp>
      <p:sp>
        <p:nvSpPr>
          <p:cNvPr id="12" name="demo-index-26-2">
            <a:extLst xmlns:a="http://schemas.openxmlformats.org/drawingml/2006/main">
              <a:ext uri="{FF2B5EF4-FFF2-40B4-BE49-F238E27FC236}">
                <a16:creationId xmlns:a16="http://schemas.microsoft.com/office/drawing/2014/main" id="{F51CD08A-E01F-4E95-9FCD-875F2D1B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290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demo-item-26-2">
            <a:extLst xmlns:a="http://schemas.openxmlformats.org/drawingml/2006/main">
              <a:ext uri="{FF2B5EF4-FFF2-40B4-BE49-F238E27FC236}">
                <a16:creationId xmlns:a16="http://schemas.microsoft.com/office/drawing/2014/main" id="{18097064-65D3-49B4-8E17-B99F3AD4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909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Archived journey context where retention permits</a:t>
            </a:r>
          </a:p>
        </p:txBody>
      </p:sp>
      <p:sp>
        <p:nvSpPr>
          <p:cNvPr id="14" name="value-rule-26">
            <a:extLst xmlns:a="http://schemas.openxmlformats.org/drawingml/2006/main">
              <a:ext uri="{FF2B5EF4-FFF2-40B4-BE49-F238E27FC236}">
                <a16:creationId xmlns:a16="http://schemas.microsoft.com/office/drawing/2014/main" id="{2E0F72E3-C247-4EAA-B741-1CFF6524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911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alue-label-26">
            <a:extLst xmlns:a="http://schemas.openxmlformats.org/drawingml/2006/main">
              <a:ext uri="{FF2B5EF4-FFF2-40B4-BE49-F238E27FC236}">
                <a16:creationId xmlns:a16="http://schemas.microsoft.com/office/drawing/2014/main" id="{599793CB-2861-4F49-B0D3-396F4142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911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6" name="value-text-26">
            <a:extLst xmlns:a="http://schemas.openxmlformats.org/drawingml/2006/main">
              <a:ext uri="{FF2B5EF4-FFF2-40B4-BE49-F238E27FC236}">
                <a16:creationId xmlns:a16="http://schemas.microsoft.com/office/drawing/2014/main" id="{426146BA-312F-4DB8-B537-44692E53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381625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Creates continuity for returning customers.</a:t>
            </a:r>
          </a:p>
        </p:txBody>
      </p:sp>
      <p:sp>
        <p:nvSpPr>
          <p:cNvPr id="17" name="footer-section-26">
            <a:extLst xmlns:a="http://schemas.openxmlformats.org/drawingml/2006/main">
              <a:ext uri="{FF2B5EF4-FFF2-40B4-BE49-F238E27FC236}">
                <a16:creationId xmlns:a16="http://schemas.microsoft.com/office/drawing/2014/main" id="{3D109229-5329-427A-A01E-0CA96FD5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CUSTOMER PORTAL</a:t>
            </a:r>
          </a:p>
        </p:txBody>
      </p:sp>
      <p:sp>
        <p:nvSpPr>
          <p:cNvPr id="18" name="footer-number-26">
            <a:extLst xmlns:a="http://schemas.openxmlformats.org/drawingml/2006/main">
              <a:ext uri="{FF2B5EF4-FFF2-40B4-BE49-F238E27FC236}">
                <a16:creationId xmlns:a16="http://schemas.microsoft.com/office/drawing/2014/main" id="{BCAB2404-A3A5-41DD-BFD1-E11F4CD6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22473910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27">
            <a:extLst xmlns:a="http://schemas.openxmlformats.org/drawingml/2006/main">
              <a:ext uri="{FF2B5EF4-FFF2-40B4-BE49-F238E27FC236}">
                <a16:creationId xmlns:a16="http://schemas.microsoft.com/office/drawing/2014/main" id="{540D0B54-DB66-415A-BA7E-7757CC5F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CUSTOMER PORTAL</a:t>
            </a:r>
          </a:p>
        </p:txBody>
      </p:sp>
      <p:sp>
        <p:nvSpPr>
          <p:cNvPr id="2" name="page-title-27">
            <a:extLst xmlns:a="http://schemas.openxmlformats.org/drawingml/2006/main">
              <a:ext uri="{FF2B5EF4-FFF2-40B4-BE49-F238E27FC236}">
                <a16:creationId xmlns:a16="http://schemas.microsoft.com/office/drawing/2014/main" id="{4A9459E4-087D-4E6D-BCE8-C0E1CB5B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695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Start another journey</a:t>
            </a:r>
          </a:p>
        </p:txBody>
      </p:sp>
      <p:sp>
        <p:nvSpPr>
          <p:cNvPr id="3" name="page-route-27">
            <a:extLst xmlns:a="http://schemas.openxmlformats.org/drawingml/2006/main">
              <a:ext uri="{FF2B5EF4-FFF2-40B4-BE49-F238E27FC236}">
                <a16:creationId xmlns:a16="http://schemas.microsoft.com/office/drawing/2014/main" id="{A952BBE5-C946-41EF-92D4-93B5AB2C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/portal/new-journey</a:t>
            </a:r>
          </a:p>
        </p:txBody>
      </p:sp>
      <p:sp>
        <p:nvSpPr>
          <p:cNvPr id="4" name="page-screen-frame-27">
            <a:extLst xmlns:a="http://schemas.openxmlformats.org/drawingml/2006/main">
              <a:ext uri="{FF2B5EF4-FFF2-40B4-BE49-F238E27FC236}">
                <a16:creationId xmlns:a16="http://schemas.microsoft.com/office/drawing/2014/main" id="{78079410-0BD7-4D28-974E-DDE6EA83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124700" cy="401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5157bc1d614e6f"/>
          <a:stretch xmlns:a="http://schemas.openxmlformats.org/drawingml/2006/main"/>
        </p:blipFill>
        <p:spPr>
          <a:xfrm xmlns:a="http://schemas.openxmlformats.org/drawingml/2006/main">
            <a:off x="400124" y="1809750"/>
            <a:ext cx="7124553" cy="4010025"/>
          </a:xfrm>
          <a:prstGeom xmlns:a="http://schemas.openxmlformats.org/drawingml/2006/main" prst="rect">
            <a:avLst/>
          </a:prstGeom>
        </p:spPr>
      </p:pic>
      <p:sp>
        <p:nvSpPr>
          <p:cNvPr id="6" name="page-purpose-27">
            <a:extLst xmlns:a="http://schemas.openxmlformats.org/drawingml/2006/main">
              <a:ext uri="{FF2B5EF4-FFF2-40B4-BE49-F238E27FC236}">
                <a16:creationId xmlns:a16="http://schemas.microsoft.com/office/drawing/2014/main" id="{A47E4144-BF6B-4F83-A0C1-B89E2BDC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85800"/>
            <a:ext cx="371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Starts a new request using confirmed profile data after reconfirmation.</a:t>
            </a:r>
          </a:p>
        </p:txBody>
      </p:sp>
      <p:sp>
        <p:nvSpPr>
          <p:cNvPr id="7" name="demo-label-27">
            <a:extLst xmlns:a="http://schemas.openxmlformats.org/drawingml/2006/main">
              <a:ext uri="{FF2B5EF4-FFF2-40B4-BE49-F238E27FC236}">
                <a16:creationId xmlns:a16="http://schemas.microsoft.com/office/drawing/2014/main" id="{76A4778E-C5C8-4CAD-BA06-BFF20709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62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8" name="demo-index-27-0">
            <a:extLst xmlns:a="http://schemas.openxmlformats.org/drawingml/2006/main">
              <a:ext uri="{FF2B5EF4-FFF2-40B4-BE49-F238E27FC236}">
                <a16:creationId xmlns:a16="http://schemas.microsoft.com/office/drawing/2014/main" id="{F4AEA660-320E-4B76-B6B7-FD6E88BB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demo-item-27-0">
            <a:extLst xmlns:a="http://schemas.openxmlformats.org/drawingml/2006/main">
              <a:ext uri="{FF2B5EF4-FFF2-40B4-BE49-F238E27FC236}">
                <a16:creationId xmlns:a16="http://schemas.microsoft.com/office/drawing/2014/main" id="{EBEA1D4F-6B0D-4102-AC77-5C218789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Prefilled contact and vehicle preferences</a:t>
            </a:r>
          </a:p>
        </p:txBody>
      </p:sp>
      <p:sp>
        <p:nvSpPr>
          <p:cNvPr id="10" name="demo-index-27-1">
            <a:extLst xmlns:a="http://schemas.openxmlformats.org/drawingml/2006/main">
              <a:ext uri="{FF2B5EF4-FFF2-40B4-BE49-F238E27FC236}">
                <a16:creationId xmlns:a16="http://schemas.microsoft.com/office/drawing/2014/main" id="{A136843D-5FEA-4B25-8266-81AC0409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765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demo-item-27-1">
            <a:extLst xmlns:a="http://schemas.openxmlformats.org/drawingml/2006/main">
              <a:ext uri="{FF2B5EF4-FFF2-40B4-BE49-F238E27FC236}">
                <a16:creationId xmlns:a16="http://schemas.microsoft.com/office/drawing/2014/main" id="{1C610A30-93EE-4140-9905-4BC2C0BE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384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Explicit choice of reusable profile and documents</a:t>
            </a:r>
          </a:p>
        </p:txBody>
      </p:sp>
      <p:sp>
        <p:nvSpPr>
          <p:cNvPr id="12" name="demo-index-27-2">
            <a:extLst xmlns:a="http://schemas.openxmlformats.org/drawingml/2006/main">
              <a:ext uri="{FF2B5EF4-FFF2-40B4-BE49-F238E27FC236}">
                <a16:creationId xmlns:a16="http://schemas.microsoft.com/office/drawing/2014/main" id="{12E1934F-9DDB-4E90-8AB9-2FCB7F04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290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demo-item-27-2">
            <a:extLst xmlns:a="http://schemas.openxmlformats.org/drawingml/2006/main">
              <a:ext uri="{FF2B5EF4-FFF2-40B4-BE49-F238E27FC236}">
                <a16:creationId xmlns:a16="http://schemas.microsoft.com/office/drawing/2014/main" id="{67F62AD5-5970-4A4C-B7B8-9E9624BB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909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Fresh journey consent before sharing</a:t>
            </a:r>
          </a:p>
        </p:txBody>
      </p:sp>
      <p:sp>
        <p:nvSpPr>
          <p:cNvPr id="14" name="value-rule-27">
            <a:extLst xmlns:a="http://schemas.openxmlformats.org/drawingml/2006/main">
              <a:ext uri="{FF2B5EF4-FFF2-40B4-BE49-F238E27FC236}">
                <a16:creationId xmlns:a16="http://schemas.microsoft.com/office/drawing/2014/main" id="{45055274-C1CB-4918-8DEF-44052F2F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911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alue-label-27">
            <a:extLst xmlns:a="http://schemas.openxmlformats.org/drawingml/2006/main">
              <a:ext uri="{FF2B5EF4-FFF2-40B4-BE49-F238E27FC236}">
                <a16:creationId xmlns:a16="http://schemas.microsoft.com/office/drawing/2014/main" id="{7526AD66-2591-4A9A-972D-B480CA64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911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6" name="value-text-27">
            <a:extLst xmlns:a="http://schemas.openxmlformats.org/drawingml/2006/main">
              <a:ext uri="{FF2B5EF4-FFF2-40B4-BE49-F238E27FC236}">
                <a16:creationId xmlns:a16="http://schemas.microsoft.com/office/drawing/2014/main" id="{8AFE40A7-CF6E-4E61-841E-FFB43099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381625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Makes repeat business quicker without silently reusing personal information.</a:t>
            </a:r>
          </a:p>
        </p:txBody>
      </p:sp>
      <p:sp>
        <p:nvSpPr>
          <p:cNvPr id="17" name="footer-section-27">
            <a:extLst xmlns:a="http://schemas.openxmlformats.org/drawingml/2006/main">
              <a:ext uri="{FF2B5EF4-FFF2-40B4-BE49-F238E27FC236}">
                <a16:creationId xmlns:a16="http://schemas.microsoft.com/office/drawing/2014/main" id="{7D8A412D-9B38-4E2E-8532-7DE06057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CUSTOMER PORTAL</a:t>
            </a:r>
          </a:p>
        </p:txBody>
      </p:sp>
      <p:sp>
        <p:nvSpPr>
          <p:cNvPr id="18" name="footer-number-27">
            <a:extLst xmlns:a="http://schemas.openxmlformats.org/drawingml/2006/main">
              <a:ext uri="{FF2B5EF4-FFF2-40B4-BE49-F238E27FC236}">
                <a16:creationId xmlns:a16="http://schemas.microsoft.com/office/drawing/2014/main" id="{DDEFB402-5527-4FC2-8359-4CE2F687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16258959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kicker-28">
            <a:extLst xmlns:a="http://schemas.openxmlformats.org/drawingml/2006/main">
              <a:ext uri="{FF2B5EF4-FFF2-40B4-BE49-F238E27FC236}">
                <a16:creationId xmlns:a16="http://schemas.microsoft.com/office/drawing/2014/main" id="{D57A7FDF-F86D-4D56-AEE5-F8D4E208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28</a:t>
            </a:r>
          </a:p>
        </p:txBody>
      </p:sp>
      <p:sp>
        <p:nvSpPr>
          <p:cNvPr id="2" name="section-title-28">
            <a:extLst xmlns:a="http://schemas.openxmlformats.org/drawingml/2006/main">
              <a:ext uri="{FF2B5EF4-FFF2-40B4-BE49-F238E27FC236}">
                <a16:creationId xmlns:a16="http://schemas.microsoft.com/office/drawing/2014/main" id="{15D2E57B-5BCD-4D49-89E8-F4D13924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8858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Daily work begins with priority, not navigation.</a:t>
            </a:r>
          </a:p>
        </p:txBody>
      </p:sp>
      <p:sp>
        <p:nvSpPr>
          <p:cNvPr id="3" name="section-body-28">
            <a:extLst xmlns:a="http://schemas.openxmlformats.org/drawingml/2006/main">
              <a:ext uri="{FF2B5EF4-FFF2-40B4-BE49-F238E27FC236}">
                <a16:creationId xmlns:a16="http://schemas.microsoft.com/office/drawing/2014/main" id="{DC7AE985-B193-4F26-B04F-85ACC56A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Show how leads, customers, reviews and operational queues stay connected.</a:t>
            </a:r>
          </a:p>
        </p:txBody>
      </p:sp>
      <p:sp>
        <p:nvSpPr>
          <p:cNvPr id="4" name="section-block-28">
            <a:extLst xmlns:a="http://schemas.openxmlformats.org/drawingml/2006/main">
              <a:ext uri="{FF2B5EF4-FFF2-40B4-BE49-F238E27FC236}">
                <a16:creationId xmlns:a16="http://schemas.microsoft.com/office/drawing/2014/main" id="{264E08FF-36FF-41E9-9763-31022BE6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00050"/>
            <a:ext cx="180975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-vertical-28">
            <a:extLst xmlns:a="http://schemas.openxmlformats.org/drawingml/2006/main">
              <a:ext uri="{FF2B5EF4-FFF2-40B4-BE49-F238E27FC236}">
                <a16:creationId xmlns:a16="http://schemas.microsoft.com/office/drawing/2014/main" id="{529A40F7-D375-42B6-8E7A-DBB1C919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686300"/>
            <a:ext cx="114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STAFF OPERATIONS</a:t>
            </a:r>
          </a:p>
        </p:txBody>
      </p:sp>
      <p:sp>
        <p:nvSpPr>
          <p:cNvPr id="6" name="footer-section-28">
            <a:extLst xmlns:a="http://schemas.openxmlformats.org/drawingml/2006/main">
              <a:ext uri="{FF2B5EF4-FFF2-40B4-BE49-F238E27FC236}">
                <a16:creationId xmlns:a16="http://schemas.microsoft.com/office/drawing/2014/main" id="{F44D8F10-1F8E-4E16-A4EF-D1702E38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STAFF OPERATIONS</a:t>
            </a:r>
          </a:p>
        </p:txBody>
      </p:sp>
      <p:sp>
        <p:nvSpPr>
          <p:cNvPr id="7" name="footer-number-28">
            <a:extLst xmlns:a="http://schemas.openxmlformats.org/drawingml/2006/main">
              <a:ext uri="{FF2B5EF4-FFF2-40B4-BE49-F238E27FC236}">
                <a16:creationId xmlns:a16="http://schemas.microsoft.com/office/drawing/2014/main" id="{0D1ECA1D-7497-4444-A82C-9141225C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64847061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29">
            <a:extLst xmlns:a="http://schemas.openxmlformats.org/drawingml/2006/main">
              <a:ext uri="{FF2B5EF4-FFF2-40B4-BE49-F238E27FC236}">
                <a16:creationId xmlns:a16="http://schemas.microsoft.com/office/drawing/2014/main" id="{ED1A7BA3-8D1A-4B70-9A0C-933CD641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STAFF OPERATIONS</a:t>
            </a:r>
          </a:p>
        </p:txBody>
      </p:sp>
      <p:sp>
        <p:nvSpPr>
          <p:cNvPr id="2" name="page-title-29">
            <a:extLst xmlns:a="http://schemas.openxmlformats.org/drawingml/2006/main">
              <a:ext uri="{FF2B5EF4-FFF2-40B4-BE49-F238E27FC236}">
                <a16:creationId xmlns:a16="http://schemas.microsoft.com/office/drawing/2014/main" id="{171CC529-70CF-4C4D-BE74-3918939B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Staff sign-in</a:t>
            </a:r>
          </a:p>
        </p:txBody>
      </p:sp>
      <p:sp>
        <p:nvSpPr>
          <p:cNvPr id="3" name="page-route-29">
            <a:extLst xmlns:a="http://schemas.openxmlformats.org/drawingml/2006/main">
              <a:ext uri="{FF2B5EF4-FFF2-40B4-BE49-F238E27FC236}">
                <a16:creationId xmlns:a16="http://schemas.microsoft.com/office/drawing/2014/main" id="{D926DA80-A2EB-4C44-A5B1-1B07AFDF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/admin</a:t>
            </a:r>
          </a:p>
        </p:txBody>
      </p:sp>
      <p:sp>
        <p:nvSpPr>
          <p:cNvPr id="4" name="page-purpose-29">
            <a:extLst xmlns:a="http://schemas.openxmlformats.org/drawingml/2006/main">
              <a:ext uri="{FF2B5EF4-FFF2-40B4-BE49-F238E27FC236}">
                <a16:creationId xmlns:a16="http://schemas.microsoft.com/office/drawing/2014/main" id="{3A336523-3848-44F6-9023-229B70A1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Introduces secure staff access and the manager demonstration workspace.</a:t>
            </a:r>
          </a:p>
        </p:txBody>
      </p:sp>
      <p:sp>
        <p:nvSpPr>
          <p:cNvPr id="5" name="demo-label-29">
            <a:extLst xmlns:a="http://schemas.openxmlformats.org/drawingml/2006/main">
              <a:ext uri="{FF2B5EF4-FFF2-40B4-BE49-F238E27FC236}">
                <a16:creationId xmlns:a16="http://schemas.microsoft.com/office/drawing/2014/main" id="{8FA2D095-1E03-4F14-A8B1-4441C115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6" name="demo-index-29-0">
            <a:extLst xmlns:a="http://schemas.openxmlformats.org/drawingml/2006/main">
              <a:ext uri="{FF2B5EF4-FFF2-40B4-BE49-F238E27FC236}">
                <a16:creationId xmlns:a16="http://schemas.microsoft.com/office/drawing/2014/main" id="{A7906C2F-15A6-4122-A53D-EE5EB2F9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demo-item-29-0">
            <a:extLst xmlns:a="http://schemas.openxmlformats.org/drawingml/2006/main">
              <a:ext uri="{FF2B5EF4-FFF2-40B4-BE49-F238E27FC236}">
                <a16:creationId xmlns:a16="http://schemas.microsoft.com/office/drawing/2014/main" id="{1A4CF664-AA18-4703-97C1-C8DA81EC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Staff identity and password entry</a:t>
            </a:r>
          </a:p>
        </p:txBody>
      </p:sp>
      <p:sp>
        <p:nvSpPr>
          <p:cNvPr id="8" name="demo-index-29-1">
            <a:extLst xmlns:a="http://schemas.openxmlformats.org/drawingml/2006/main">
              <a:ext uri="{FF2B5EF4-FFF2-40B4-BE49-F238E27FC236}">
                <a16:creationId xmlns:a16="http://schemas.microsoft.com/office/drawing/2014/main" id="{A06FBED2-B83C-4CF6-A986-3BC1ED90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demo-item-29-1">
            <a:extLst xmlns:a="http://schemas.openxmlformats.org/drawingml/2006/main">
              <a:ext uri="{FF2B5EF4-FFF2-40B4-BE49-F238E27FC236}">
                <a16:creationId xmlns:a16="http://schemas.microsoft.com/office/drawing/2014/main" id="{D4B7CA29-E653-4B12-A184-EA1EEABD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Role-based access explanation</a:t>
            </a:r>
          </a:p>
        </p:txBody>
      </p:sp>
      <p:sp>
        <p:nvSpPr>
          <p:cNvPr id="10" name="demo-index-29-2">
            <a:extLst xmlns:a="http://schemas.openxmlformats.org/drawingml/2006/main">
              <a:ext uri="{FF2B5EF4-FFF2-40B4-BE49-F238E27FC236}">
                <a16:creationId xmlns:a16="http://schemas.microsoft.com/office/drawing/2014/main" id="{FCCBAE79-853D-4935-925D-326F4ED8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demo-item-29-2">
            <a:extLst xmlns:a="http://schemas.openxmlformats.org/drawingml/2006/main">
              <a:ext uri="{FF2B5EF4-FFF2-40B4-BE49-F238E27FC236}">
                <a16:creationId xmlns:a16="http://schemas.microsoft.com/office/drawing/2014/main" id="{6E19DC87-7E00-46D7-893D-F5AC60E8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Direct handoff into operations</a:t>
            </a:r>
          </a:p>
        </p:txBody>
      </p:sp>
      <p:sp>
        <p:nvSpPr>
          <p:cNvPr id="12" name="value-rule-29">
            <a:extLst xmlns:a="http://schemas.openxmlformats.org/drawingml/2006/main">
              <a:ext uri="{FF2B5EF4-FFF2-40B4-BE49-F238E27FC236}">
                <a16:creationId xmlns:a16="http://schemas.microsoft.com/office/drawing/2014/main" id="{D5B71E07-30D2-40B8-A581-2156FBEE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alue-label-29">
            <a:extLst xmlns:a="http://schemas.openxmlformats.org/drawingml/2006/main">
              <a:ext uri="{FF2B5EF4-FFF2-40B4-BE49-F238E27FC236}">
                <a16:creationId xmlns:a16="http://schemas.microsoft.com/office/drawing/2014/main" id="{5FD8DF20-C3AC-4AA5-9D01-71ADCCCA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4" name="value-text-29">
            <a:extLst xmlns:a="http://schemas.openxmlformats.org/drawingml/2006/main">
              <a:ext uri="{FF2B5EF4-FFF2-40B4-BE49-F238E27FC236}">
                <a16:creationId xmlns:a16="http://schemas.microsoft.com/office/drawing/2014/main" id="{96F9227F-33B2-41AF-A803-99CE9B31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Separates customer access from operational permissions.</a:t>
            </a:r>
          </a:p>
        </p:txBody>
      </p:sp>
      <p:sp>
        <p:nvSpPr>
          <p:cNvPr id="15" name="page-screen-frame-29">
            <a:extLst xmlns:a="http://schemas.openxmlformats.org/drawingml/2006/main">
              <a:ext uri="{FF2B5EF4-FFF2-40B4-BE49-F238E27FC236}">
                <a16:creationId xmlns:a16="http://schemas.microsoft.com/office/drawing/2014/main" id="{E63E128B-C75C-4DE8-8EA3-20DDF7FD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0050"/>
            <a:ext cx="621030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faa0530dbc4eed"/>
          <a:stretch xmlns:a="http://schemas.openxmlformats.org/drawingml/2006/main"/>
        </p:blipFill>
        <p:spPr>
          <a:xfrm xmlns:a="http://schemas.openxmlformats.org/drawingml/2006/main">
            <a:off x="5581650" y="1000242"/>
            <a:ext cx="6210300" cy="3495442"/>
          </a:xfrm>
          <a:prstGeom xmlns:a="http://schemas.openxmlformats.org/drawingml/2006/main" prst="rect">
            <a:avLst/>
          </a:prstGeom>
        </p:spPr>
      </p:pic>
      <p:sp>
        <p:nvSpPr>
          <p:cNvPr id="17" name="footer-section-29">
            <a:extLst xmlns:a="http://schemas.openxmlformats.org/drawingml/2006/main">
              <a:ext uri="{FF2B5EF4-FFF2-40B4-BE49-F238E27FC236}">
                <a16:creationId xmlns:a16="http://schemas.microsoft.com/office/drawing/2014/main" id="{988D8A48-B628-4C9F-879F-CA099EBB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STAFF OPERATIONS</a:t>
            </a:r>
          </a:p>
        </p:txBody>
      </p:sp>
      <p:sp>
        <p:nvSpPr>
          <p:cNvPr id="18" name="footer-number-29">
            <a:extLst xmlns:a="http://schemas.openxmlformats.org/drawingml/2006/main">
              <a:ext uri="{FF2B5EF4-FFF2-40B4-BE49-F238E27FC236}">
                <a16:creationId xmlns:a16="http://schemas.microsoft.com/office/drawing/2014/main" id="{C8F79511-2E41-40B7-A188-0A056486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75610754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30">
            <a:extLst xmlns:a="http://schemas.openxmlformats.org/drawingml/2006/main">
              <a:ext uri="{FF2B5EF4-FFF2-40B4-BE49-F238E27FC236}">
                <a16:creationId xmlns:a16="http://schemas.microsoft.com/office/drawing/2014/main" id="{344B0204-3720-4D2C-9344-C7E98D2D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STAFF OPERATIONS</a:t>
            </a:r>
          </a:p>
        </p:txBody>
      </p:sp>
      <p:sp>
        <p:nvSpPr>
          <p:cNvPr id="2" name="page-title-30">
            <a:extLst xmlns:a="http://schemas.openxmlformats.org/drawingml/2006/main">
              <a:ext uri="{FF2B5EF4-FFF2-40B4-BE49-F238E27FC236}">
                <a16:creationId xmlns:a16="http://schemas.microsoft.com/office/drawing/2014/main" id="{EE046875-ED92-48B5-8110-DC0212A7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695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Operations work queue</a:t>
            </a:r>
          </a:p>
        </p:txBody>
      </p:sp>
      <p:sp>
        <p:nvSpPr>
          <p:cNvPr id="3" name="page-route-30">
            <a:extLst xmlns:a="http://schemas.openxmlformats.org/drawingml/2006/main">
              <a:ext uri="{FF2B5EF4-FFF2-40B4-BE49-F238E27FC236}">
                <a16:creationId xmlns:a16="http://schemas.microsoft.com/office/drawing/2014/main" id="{FFAC6CA8-7330-4A6D-B7DA-52939314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/admin/work</a:t>
            </a:r>
          </a:p>
        </p:txBody>
      </p:sp>
      <p:sp>
        <p:nvSpPr>
          <p:cNvPr id="4" name="page-screen-frame-30">
            <a:extLst xmlns:a="http://schemas.openxmlformats.org/drawingml/2006/main">
              <a:ext uri="{FF2B5EF4-FFF2-40B4-BE49-F238E27FC236}">
                <a16:creationId xmlns:a16="http://schemas.microsoft.com/office/drawing/2014/main" id="{C38DF741-C2FE-429E-A9CA-4E2F7A0B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124700" cy="401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0fc6d096b044a3"/>
          <a:stretch xmlns:a="http://schemas.openxmlformats.org/drawingml/2006/main"/>
        </p:blipFill>
        <p:spPr>
          <a:xfrm xmlns:a="http://schemas.openxmlformats.org/drawingml/2006/main">
            <a:off x="400124" y="1809750"/>
            <a:ext cx="7124553" cy="4010025"/>
          </a:xfrm>
          <a:prstGeom xmlns:a="http://schemas.openxmlformats.org/drawingml/2006/main" prst="rect">
            <a:avLst/>
          </a:prstGeom>
        </p:spPr>
      </p:pic>
      <p:sp>
        <p:nvSpPr>
          <p:cNvPr id="6" name="page-purpose-30">
            <a:extLst xmlns:a="http://schemas.openxmlformats.org/drawingml/2006/main">
              <a:ext uri="{FF2B5EF4-FFF2-40B4-BE49-F238E27FC236}">
                <a16:creationId xmlns:a16="http://schemas.microsoft.com/office/drawing/2014/main" id="{1297B930-4B96-4D83-9D9A-6B9E3559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85800"/>
            <a:ext cx="371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Prioritizes daily work by customer impact and due time.</a:t>
            </a:r>
          </a:p>
        </p:txBody>
      </p:sp>
      <p:sp>
        <p:nvSpPr>
          <p:cNvPr id="7" name="demo-label-30">
            <a:extLst xmlns:a="http://schemas.openxmlformats.org/drawingml/2006/main">
              <a:ext uri="{FF2B5EF4-FFF2-40B4-BE49-F238E27FC236}">
                <a16:creationId xmlns:a16="http://schemas.microsoft.com/office/drawing/2014/main" id="{83F6A1A2-C683-452F-BD1C-384E8DD5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62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8" name="demo-index-30-0">
            <a:extLst xmlns:a="http://schemas.openxmlformats.org/drawingml/2006/main">
              <a:ext uri="{FF2B5EF4-FFF2-40B4-BE49-F238E27FC236}">
                <a16:creationId xmlns:a16="http://schemas.microsoft.com/office/drawing/2014/main" id="{24DAD477-8DB5-4055-8F88-933C3F53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demo-item-30-0">
            <a:extLst xmlns:a="http://schemas.openxmlformats.org/drawingml/2006/main">
              <a:ext uri="{FF2B5EF4-FFF2-40B4-BE49-F238E27FC236}">
                <a16:creationId xmlns:a16="http://schemas.microsoft.com/office/drawing/2014/main" id="{16CA2120-6898-4DEF-928B-A57792CA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New leads, reviews, documents and customer replies</a:t>
            </a:r>
          </a:p>
        </p:txBody>
      </p:sp>
      <p:sp>
        <p:nvSpPr>
          <p:cNvPr id="10" name="demo-index-30-1">
            <a:extLst xmlns:a="http://schemas.openxmlformats.org/drawingml/2006/main">
              <a:ext uri="{FF2B5EF4-FFF2-40B4-BE49-F238E27FC236}">
                <a16:creationId xmlns:a16="http://schemas.microsoft.com/office/drawing/2014/main" id="{15C2BE96-EF21-4EEF-A34D-1BABB374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765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demo-item-30-1">
            <a:extLst xmlns:a="http://schemas.openxmlformats.org/drawingml/2006/main">
              <a:ext uri="{FF2B5EF4-FFF2-40B4-BE49-F238E27FC236}">
                <a16:creationId xmlns:a16="http://schemas.microsoft.com/office/drawing/2014/main" id="{BE7D7E29-8A78-4838-8C9F-71C4650A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384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Stalled cases, provider follow-ups and failed notifications</a:t>
            </a:r>
          </a:p>
        </p:txBody>
      </p:sp>
      <p:sp>
        <p:nvSpPr>
          <p:cNvPr id="12" name="demo-index-30-2">
            <a:extLst xmlns:a="http://schemas.openxmlformats.org/drawingml/2006/main">
              <a:ext uri="{FF2B5EF4-FFF2-40B4-BE49-F238E27FC236}">
                <a16:creationId xmlns:a16="http://schemas.microsoft.com/office/drawing/2014/main" id="{121C2C2C-17BF-4069-914A-EFD36F69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290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demo-item-30-2">
            <a:extLst xmlns:a="http://schemas.openxmlformats.org/drawingml/2006/main">
              <a:ext uri="{FF2B5EF4-FFF2-40B4-BE49-F238E27FC236}">
                <a16:creationId xmlns:a16="http://schemas.microsoft.com/office/drawing/2014/main" id="{C173AF0C-561C-43BE-B908-3BE0858B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909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Appointments and recent operational activity</a:t>
            </a:r>
          </a:p>
        </p:txBody>
      </p:sp>
      <p:sp>
        <p:nvSpPr>
          <p:cNvPr id="14" name="value-rule-30">
            <a:extLst xmlns:a="http://schemas.openxmlformats.org/drawingml/2006/main">
              <a:ext uri="{FF2B5EF4-FFF2-40B4-BE49-F238E27FC236}">
                <a16:creationId xmlns:a16="http://schemas.microsoft.com/office/drawing/2014/main" id="{9C9037C2-DF32-44DE-A95A-583F19B4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911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alue-label-30">
            <a:extLst xmlns:a="http://schemas.openxmlformats.org/drawingml/2006/main">
              <a:ext uri="{FF2B5EF4-FFF2-40B4-BE49-F238E27FC236}">
                <a16:creationId xmlns:a16="http://schemas.microsoft.com/office/drawing/2014/main" id="{8C1BD53F-F567-4CF2-9179-F61E5EA1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911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6" name="value-text-30">
            <a:extLst xmlns:a="http://schemas.openxmlformats.org/drawingml/2006/main">
              <a:ext uri="{FF2B5EF4-FFF2-40B4-BE49-F238E27FC236}">
                <a16:creationId xmlns:a16="http://schemas.microsoft.com/office/drawing/2014/main" id="{674351C4-908D-4E7A-89BB-38485591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381625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Staff begin with actionable queues instead of browsing disconnected tables.</a:t>
            </a:r>
          </a:p>
        </p:txBody>
      </p:sp>
      <p:sp>
        <p:nvSpPr>
          <p:cNvPr id="17" name="footer-section-30">
            <a:extLst xmlns:a="http://schemas.openxmlformats.org/drawingml/2006/main">
              <a:ext uri="{FF2B5EF4-FFF2-40B4-BE49-F238E27FC236}">
                <a16:creationId xmlns:a16="http://schemas.microsoft.com/office/drawing/2014/main" id="{804C766D-6712-433D-BB4D-E0609064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STAFF OPERATIONS</a:t>
            </a:r>
          </a:p>
        </p:txBody>
      </p:sp>
      <p:sp>
        <p:nvSpPr>
          <p:cNvPr id="18" name="footer-number-30">
            <a:extLst xmlns:a="http://schemas.openxmlformats.org/drawingml/2006/main">
              <a:ext uri="{FF2B5EF4-FFF2-40B4-BE49-F238E27FC236}">
                <a16:creationId xmlns:a16="http://schemas.microsoft.com/office/drawing/2014/main" id="{22F16432-5289-4EE0-A1AA-847A5783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85869695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31">
            <a:extLst xmlns:a="http://schemas.openxmlformats.org/drawingml/2006/main">
              <a:ext uri="{FF2B5EF4-FFF2-40B4-BE49-F238E27FC236}">
                <a16:creationId xmlns:a16="http://schemas.microsoft.com/office/drawing/2014/main" id="{1F23BFAC-0143-4696-8A5C-32E6FFDD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STAFF OPERATIONS</a:t>
            </a:r>
          </a:p>
        </p:txBody>
      </p:sp>
      <p:sp>
        <p:nvSpPr>
          <p:cNvPr id="2" name="page-title-31">
            <a:extLst xmlns:a="http://schemas.openxmlformats.org/drawingml/2006/main">
              <a:ext uri="{FF2B5EF4-FFF2-40B4-BE49-F238E27FC236}">
                <a16:creationId xmlns:a16="http://schemas.microsoft.com/office/drawing/2014/main" id="{23134BC8-E90D-4B71-928A-276D094C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Lead management</a:t>
            </a:r>
          </a:p>
        </p:txBody>
      </p:sp>
      <p:sp>
        <p:nvSpPr>
          <p:cNvPr id="3" name="page-route-31">
            <a:extLst xmlns:a="http://schemas.openxmlformats.org/drawingml/2006/main">
              <a:ext uri="{FF2B5EF4-FFF2-40B4-BE49-F238E27FC236}">
                <a16:creationId xmlns:a16="http://schemas.microsoft.com/office/drawing/2014/main" id="{7DB879F9-3029-472E-BF33-E2DA332F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/admin/leads</a:t>
            </a:r>
          </a:p>
        </p:txBody>
      </p:sp>
      <p:sp>
        <p:nvSpPr>
          <p:cNvPr id="4" name="page-purpose-31">
            <a:extLst xmlns:a="http://schemas.openxmlformats.org/drawingml/2006/main">
              <a:ext uri="{FF2B5EF4-FFF2-40B4-BE49-F238E27FC236}">
                <a16:creationId xmlns:a16="http://schemas.microsoft.com/office/drawing/2014/main" id="{71355B83-15D6-48D9-9C74-F9B4881D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Qualifies, assigns and progresses incoming enquiries.</a:t>
            </a:r>
          </a:p>
        </p:txBody>
      </p:sp>
      <p:sp>
        <p:nvSpPr>
          <p:cNvPr id="5" name="demo-label-31">
            <a:extLst xmlns:a="http://schemas.openxmlformats.org/drawingml/2006/main">
              <a:ext uri="{FF2B5EF4-FFF2-40B4-BE49-F238E27FC236}">
                <a16:creationId xmlns:a16="http://schemas.microsoft.com/office/drawing/2014/main" id="{77ECCB0D-16F9-41CF-A1B3-2E8C6B96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6" name="demo-index-31-0">
            <a:extLst xmlns:a="http://schemas.openxmlformats.org/drawingml/2006/main">
              <a:ext uri="{FF2B5EF4-FFF2-40B4-BE49-F238E27FC236}">
                <a16:creationId xmlns:a16="http://schemas.microsoft.com/office/drawing/2014/main" id="{36DB5638-06D3-40E9-A59D-18AA8D89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demo-item-31-0">
            <a:extLst xmlns:a="http://schemas.openxmlformats.org/drawingml/2006/main">
              <a:ext uri="{FF2B5EF4-FFF2-40B4-BE49-F238E27FC236}">
                <a16:creationId xmlns:a16="http://schemas.microsoft.com/office/drawing/2014/main" id="{3714D765-A181-432D-BBD3-DD53E4AE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Journey type, customer need and current status</a:t>
            </a:r>
          </a:p>
        </p:txBody>
      </p:sp>
      <p:sp>
        <p:nvSpPr>
          <p:cNvPr id="8" name="demo-index-31-1">
            <a:extLst xmlns:a="http://schemas.openxmlformats.org/drawingml/2006/main">
              <a:ext uri="{FF2B5EF4-FFF2-40B4-BE49-F238E27FC236}">
                <a16:creationId xmlns:a16="http://schemas.microsoft.com/office/drawing/2014/main" id="{73D2650E-0812-457D-9952-D349C240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demo-item-31-1">
            <a:extLst xmlns:a="http://schemas.openxmlformats.org/drawingml/2006/main">
              <a:ext uri="{FF2B5EF4-FFF2-40B4-BE49-F238E27FC236}">
                <a16:creationId xmlns:a16="http://schemas.microsoft.com/office/drawing/2014/main" id="{7AE68D61-BF46-461D-8E4E-504526E8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Filters and saved-view pattern</a:t>
            </a:r>
          </a:p>
        </p:txBody>
      </p:sp>
      <p:sp>
        <p:nvSpPr>
          <p:cNvPr id="10" name="demo-index-31-2">
            <a:extLst xmlns:a="http://schemas.openxmlformats.org/drawingml/2006/main">
              <a:ext uri="{FF2B5EF4-FFF2-40B4-BE49-F238E27FC236}">
                <a16:creationId xmlns:a16="http://schemas.microsoft.com/office/drawing/2014/main" id="{AEF6365F-B47F-4828-AF20-36247D5B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demo-item-31-2">
            <a:extLst xmlns:a="http://schemas.openxmlformats.org/drawingml/2006/main">
              <a:ext uri="{FF2B5EF4-FFF2-40B4-BE49-F238E27FC236}">
                <a16:creationId xmlns:a16="http://schemas.microsoft.com/office/drawing/2014/main" id="{DA2DAED4-0D83-4340-B2FE-6AC224C0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Conversion, follow-up and closure context</a:t>
            </a:r>
          </a:p>
        </p:txBody>
      </p:sp>
      <p:sp>
        <p:nvSpPr>
          <p:cNvPr id="12" name="value-rule-31">
            <a:extLst xmlns:a="http://schemas.openxmlformats.org/drawingml/2006/main">
              <a:ext uri="{FF2B5EF4-FFF2-40B4-BE49-F238E27FC236}">
                <a16:creationId xmlns:a16="http://schemas.microsoft.com/office/drawing/2014/main" id="{289CCECD-2982-4E08-AA6F-433E6F12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alue-label-31">
            <a:extLst xmlns:a="http://schemas.openxmlformats.org/drawingml/2006/main">
              <a:ext uri="{FF2B5EF4-FFF2-40B4-BE49-F238E27FC236}">
                <a16:creationId xmlns:a16="http://schemas.microsoft.com/office/drawing/2014/main" id="{59F6443F-5ABC-4DA9-9E77-6BFA1DD7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4" name="value-text-31">
            <a:extLst xmlns:a="http://schemas.openxmlformats.org/drawingml/2006/main">
              <a:ext uri="{FF2B5EF4-FFF2-40B4-BE49-F238E27FC236}">
                <a16:creationId xmlns:a16="http://schemas.microsoft.com/office/drawing/2014/main" id="{A6217EF3-60E6-4A13-B0B8-17668D73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Protects the original enquiry and consent while creating an accountable response process.</a:t>
            </a:r>
          </a:p>
        </p:txBody>
      </p:sp>
      <p:sp>
        <p:nvSpPr>
          <p:cNvPr id="15" name="page-screen-frame-31">
            <a:extLst xmlns:a="http://schemas.openxmlformats.org/drawingml/2006/main">
              <a:ext uri="{FF2B5EF4-FFF2-40B4-BE49-F238E27FC236}">
                <a16:creationId xmlns:a16="http://schemas.microsoft.com/office/drawing/2014/main" id="{8E7755D7-32C9-4A56-BD5C-3A3E17A0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0050"/>
            <a:ext cx="621030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ba6f1d1224915"/>
          <a:stretch xmlns:a="http://schemas.openxmlformats.org/drawingml/2006/main"/>
        </p:blipFill>
        <p:spPr>
          <a:xfrm xmlns:a="http://schemas.openxmlformats.org/drawingml/2006/main">
            <a:off x="5581650" y="1000242"/>
            <a:ext cx="6210300" cy="3495442"/>
          </a:xfrm>
          <a:prstGeom xmlns:a="http://schemas.openxmlformats.org/drawingml/2006/main" prst="rect">
            <a:avLst/>
          </a:prstGeom>
        </p:spPr>
      </p:pic>
      <p:sp>
        <p:nvSpPr>
          <p:cNvPr id="17" name="footer-section-31">
            <a:extLst xmlns:a="http://schemas.openxmlformats.org/drawingml/2006/main">
              <a:ext uri="{FF2B5EF4-FFF2-40B4-BE49-F238E27FC236}">
                <a16:creationId xmlns:a16="http://schemas.microsoft.com/office/drawing/2014/main" id="{E3D3FBE0-CF9F-4EE1-BC01-554B0143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STAFF OPERATIONS</a:t>
            </a:r>
          </a:p>
        </p:txBody>
      </p:sp>
      <p:sp>
        <p:nvSpPr>
          <p:cNvPr id="18" name="footer-number-31">
            <a:extLst xmlns:a="http://schemas.openxmlformats.org/drawingml/2006/main">
              <a:ext uri="{FF2B5EF4-FFF2-40B4-BE49-F238E27FC236}">
                <a16:creationId xmlns:a16="http://schemas.microsoft.com/office/drawing/2014/main" id="{2B515713-B7C2-4F0A-AEE4-26B7405F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84213514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32">
            <a:extLst xmlns:a="http://schemas.openxmlformats.org/drawingml/2006/main">
              <a:ext uri="{FF2B5EF4-FFF2-40B4-BE49-F238E27FC236}">
                <a16:creationId xmlns:a16="http://schemas.microsoft.com/office/drawing/2014/main" id="{1005E4AA-DADB-428B-B0A8-F6EA7F93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STAFF OPERATIONS</a:t>
            </a:r>
          </a:p>
        </p:txBody>
      </p:sp>
      <p:sp>
        <p:nvSpPr>
          <p:cNvPr id="2" name="page-title-32">
            <a:extLst xmlns:a="http://schemas.openxmlformats.org/drawingml/2006/main">
              <a:ext uri="{FF2B5EF4-FFF2-40B4-BE49-F238E27FC236}">
                <a16:creationId xmlns:a16="http://schemas.microsoft.com/office/drawing/2014/main" id="{8C972362-AFAD-4CB9-AFD0-FE7146BF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695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Customer directory</a:t>
            </a:r>
          </a:p>
        </p:txBody>
      </p:sp>
      <p:sp>
        <p:nvSpPr>
          <p:cNvPr id="3" name="page-route-32">
            <a:extLst xmlns:a="http://schemas.openxmlformats.org/drawingml/2006/main">
              <a:ext uri="{FF2B5EF4-FFF2-40B4-BE49-F238E27FC236}">
                <a16:creationId xmlns:a16="http://schemas.microsoft.com/office/drawing/2014/main" id="{BE309BFC-CAAB-42CD-9A2B-DE99C246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/admin/customers</a:t>
            </a:r>
          </a:p>
        </p:txBody>
      </p:sp>
      <p:sp>
        <p:nvSpPr>
          <p:cNvPr id="4" name="page-screen-frame-32">
            <a:extLst xmlns:a="http://schemas.openxmlformats.org/drawingml/2006/main">
              <a:ext uri="{FF2B5EF4-FFF2-40B4-BE49-F238E27FC236}">
                <a16:creationId xmlns:a16="http://schemas.microsoft.com/office/drawing/2014/main" id="{7C6B45E2-110F-4B90-B7AC-25B5F547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124700" cy="401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95a73016ce4e12"/>
          <a:stretch xmlns:a="http://schemas.openxmlformats.org/drawingml/2006/main"/>
        </p:blipFill>
        <p:spPr>
          <a:xfrm xmlns:a="http://schemas.openxmlformats.org/drawingml/2006/main">
            <a:off x="400124" y="1809750"/>
            <a:ext cx="7124553" cy="4010025"/>
          </a:xfrm>
          <a:prstGeom xmlns:a="http://schemas.openxmlformats.org/drawingml/2006/main" prst="rect">
            <a:avLst/>
          </a:prstGeom>
        </p:spPr>
      </p:pic>
      <p:sp>
        <p:nvSpPr>
          <p:cNvPr id="6" name="page-purpose-32">
            <a:extLst xmlns:a="http://schemas.openxmlformats.org/drawingml/2006/main">
              <a:ext uri="{FF2B5EF4-FFF2-40B4-BE49-F238E27FC236}">
                <a16:creationId xmlns:a16="http://schemas.microsoft.com/office/drawing/2014/main" id="{C5DC8922-E45E-4491-B771-3E164743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85800"/>
            <a:ext cx="371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Provides searchable access to long-term customer accounts.</a:t>
            </a:r>
          </a:p>
        </p:txBody>
      </p:sp>
      <p:sp>
        <p:nvSpPr>
          <p:cNvPr id="7" name="demo-label-32">
            <a:extLst xmlns:a="http://schemas.openxmlformats.org/drawingml/2006/main">
              <a:ext uri="{FF2B5EF4-FFF2-40B4-BE49-F238E27FC236}">
                <a16:creationId xmlns:a16="http://schemas.microsoft.com/office/drawing/2014/main" id="{5AEA605F-D28B-4084-8B5D-D7AFED09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62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8" name="demo-index-32-0">
            <a:extLst xmlns:a="http://schemas.openxmlformats.org/drawingml/2006/main">
              <a:ext uri="{FF2B5EF4-FFF2-40B4-BE49-F238E27FC236}">
                <a16:creationId xmlns:a16="http://schemas.microsoft.com/office/drawing/2014/main" id="{6AF17025-C2C1-4BBD-96F7-0B32A55D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demo-item-32-0">
            <a:extLst xmlns:a="http://schemas.openxmlformats.org/drawingml/2006/main">
              <a:ext uri="{FF2B5EF4-FFF2-40B4-BE49-F238E27FC236}">
                <a16:creationId xmlns:a16="http://schemas.microsoft.com/office/drawing/2014/main" id="{9B487D19-F17C-48E0-ABC2-E37DE5D4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Verified contact summary</a:t>
            </a:r>
          </a:p>
        </p:txBody>
      </p:sp>
      <p:sp>
        <p:nvSpPr>
          <p:cNvPr id="10" name="demo-index-32-1">
            <a:extLst xmlns:a="http://schemas.openxmlformats.org/drawingml/2006/main">
              <a:ext uri="{FF2B5EF4-FFF2-40B4-BE49-F238E27FC236}">
                <a16:creationId xmlns:a16="http://schemas.microsoft.com/office/drawing/2014/main" id="{0D52EDDD-BB76-4001-9389-73EACB3C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765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demo-item-32-1">
            <a:extLst xmlns:a="http://schemas.openxmlformats.org/drawingml/2006/main">
              <a:ext uri="{FF2B5EF4-FFF2-40B4-BE49-F238E27FC236}">
                <a16:creationId xmlns:a16="http://schemas.microsoft.com/office/drawing/2014/main" id="{C99F7CA1-03EC-47D4-9EAC-6897FAAB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384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Finance Passport readiness</a:t>
            </a:r>
          </a:p>
        </p:txBody>
      </p:sp>
      <p:sp>
        <p:nvSpPr>
          <p:cNvPr id="12" name="demo-index-32-2">
            <a:extLst xmlns:a="http://schemas.openxmlformats.org/drawingml/2006/main">
              <a:ext uri="{FF2B5EF4-FFF2-40B4-BE49-F238E27FC236}">
                <a16:creationId xmlns:a16="http://schemas.microsoft.com/office/drawing/2014/main" id="{A249FCB7-8EAE-4427-8C1C-A07CB7E8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290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demo-item-32-2">
            <a:extLst xmlns:a="http://schemas.openxmlformats.org/drawingml/2006/main">
              <a:ext uri="{FF2B5EF4-FFF2-40B4-BE49-F238E27FC236}">
                <a16:creationId xmlns:a16="http://schemas.microsoft.com/office/drawing/2014/main" id="{87BB637A-847D-4328-B50E-4E92B5E4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909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Assigned consultant and active journey context</a:t>
            </a:r>
          </a:p>
        </p:txBody>
      </p:sp>
      <p:sp>
        <p:nvSpPr>
          <p:cNvPr id="14" name="value-rule-32">
            <a:extLst xmlns:a="http://schemas.openxmlformats.org/drawingml/2006/main">
              <a:ext uri="{FF2B5EF4-FFF2-40B4-BE49-F238E27FC236}">
                <a16:creationId xmlns:a16="http://schemas.microsoft.com/office/drawing/2014/main" id="{0CF7E90C-9C67-4E8C-A1D7-093C0157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911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alue-label-32">
            <a:extLst xmlns:a="http://schemas.openxmlformats.org/drawingml/2006/main">
              <a:ext uri="{FF2B5EF4-FFF2-40B4-BE49-F238E27FC236}">
                <a16:creationId xmlns:a16="http://schemas.microsoft.com/office/drawing/2014/main" id="{CA1736C7-9C39-4C71-8E56-C16A241E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911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6" name="value-text-32">
            <a:extLst xmlns:a="http://schemas.openxmlformats.org/drawingml/2006/main">
              <a:ext uri="{FF2B5EF4-FFF2-40B4-BE49-F238E27FC236}">
                <a16:creationId xmlns:a16="http://schemas.microsoft.com/office/drawing/2014/main" id="{D4ED8F3C-7B0D-4C3B-8D41-B5A48C72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381625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Shifts the operating model from isolated cases to ongoing customer relationships.</a:t>
            </a:r>
          </a:p>
        </p:txBody>
      </p:sp>
      <p:sp>
        <p:nvSpPr>
          <p:cNvPr id="17" name="footer-section-32">
            <a:extLst xmlns:a="http://schemas.openxmlformats.org/drawingml/2006/main">
              <a:ext uri="{FF2B5EF4-FFF2-40B4-BE49-F238E27FC236}">
                <a16:creationId xmlns:a16="http://schemas.microsoft.com/office/drawing/2014/main" id="{DC690A3A-7374-4F8E-9749-AE8DB88B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STAFF OPERATIONS</a:t>
            </a:r>
          </a:p>
        </p:txBody>
      </p:sp>
      <p:sp>
        <p:nvSpPr>
          <p:cNvPr id="18" name="footer-number-32">
            <a:extLst xmlns:a="http://schemas.openxmlformats.org/drawingml/2006/main">
              <a:ext uri="{FF2B5EF4-FFF2-40B4-BE49-F238E27FC236}">
                <a16:creationId xmlns:a16="http://schemas.microsoft.com/office/drawing/2014/main" id="{01487F40-B4B9-4794-8C80-C96F18B3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13203154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33">
            <a:extLst xmlns:a="http://schemas.openxmlformats.org/drawingml/2006/main">
              <a:ext uri="{FF2B5EF4-FFF2-40B4-BE49-F238E27FC236}">
                <a16:creationId xmlns:a16="http://schemas.microsoft.com/office/drawing/2014/main" id="{50AB23B8-B896-4AA7-8F25-02C12248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STAFF OPERATIONS</a:t>
            </a:r>
          </a:p>
        </p:txBody>
      </p:sp>
      <p:sp>
        <p:nvSpPr>
          <p:cNvPr id="2" name="page-title-33">
            <a:extLst xmlns:a="http://schemas.openxmlformats.org/drawingml/2006/main">
              <a:ext uri="{FF2B5EF4-FFF2-40B4-BE49-F238E27FC236}">
                <a16:creationId xmlns:a16="http://schemas.microsoft.com/office/drawing/2014/main" id="{B7F3BC3E-27FE-4F2A-9B57-395CB33E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Customer 360°</a:t>
            </a:r>
          </a:p>
        </p:txBody>
      </p:sp>
      <p:sp>
        <p:nvSpPr>
          <p:cNvPr id="3" name="page-route-33">
            <a:extLst xmlns:a="http://schemas.openxmlformats.org/drawingml/2006/main">
              <a:ext uri="{FF2B5EF4-FFF2-40B4-BE49-F238E27FC236}">
                <a16:creationId xmlns:a16="http://schemas.microsoft.com/office/drawing/2014/main" id="{78E2F953-5DEB-479A-81E7-53FB7510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/admin/customer/customer-1</a:t>
            </a:r>
          </a:p>
        </p:txBody>
      </p:sp>
      <p:sp>
        <p:nvSpPr>
          <p:cNvPr id="4" name="page-purpose-33">
            <a:extLst xmlns:a="http://schemas.openxmlformats.org/drawingml/2006/main">
              <a:ext uri="{FF2B5EF4-FFF2-40B4-BE49-F238E27FC236}">
                <a16:creationId xmlns:a16="http://schemas.microsoft.com/office/drawing/2014/main" id="{9336A268-B856-4685-927A-EA46AECA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Combines profile, journeys, document freshness, consent and interaction history.</a:t>
            </a:r>
          </a:p>
        </p:txBody>
      </p:sp>
      <p:sp>
        <p:nvSpPr>
          <p:cNvPr id="5" name="demo-label-33">
            <a:extLst xmlns:a="http://schemas.openxmlformats.org/drawingml/2006/main">
              <a:ext uri="{FF2B5EF4-FFF2-40B4-BE49-F238E27FC236}">
                <a16:creationId xmlns:a16="http://schemas.microsoft.com/office/drawing/2014/main" id="{6E2FB2A4-2EE2-4725-90DC-1AEA37C0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6" name="demo-index-33-0">
            <a:extLst xmlns:a="http://schemas.openxmlformats.org/drawingml/2006/main">
              <a:ext uri="{FF2B5EF4-FFF2-40B4-BE49-F238E27FC236}">
                <a16:creationId xmlns:a16="http://schemas.microsoft.com/office/drawing/2014/main" id="{C1637DBB-6DD7-4237-B7DA-3B6EF5D7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demo-item-33-0">
            <a:extLst xmlns:a="http://schemas.openxmlformats.org/drawingml/2006/main">
              <a:ext uri="{FF2B5EF4-FFF2-40B4-BE49-F238E27FC236}">
                <a16:creationId xmlns:a16="http://schemas.microsoft.com/office/drawing/2014/main" id="{13C73760-AA0E-46CD-8EDC-349C430E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Masked sensitive information with reasoned reveal</a:t>
            </a:r>
          </a:p>
        </p:txBody>
      </p:sp>
      <p:sp>
        <p:nvSpPr>
          <p:cNvPr id="8" name="demo-index-33-1">
            <a:extLst xmlns:a="http://schemas.openxmlformats.org/drawingml/2006/main">
              <a:ext uri="{FF2B5EF4-FFF2-40B4-BE49-F238E27FC236}">
                <a16:creationId xmlns:a16="http://schemas.microsoft.com/office/drawing/2014/main" id="{4DC9384B-4248-4551-9CB0-E910A574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demo-item-33-1">
            <a:extLst xmlns:a="http://schemas.openxmlformats.org/drawingml/2006/main">
              <a:ext uri="{FF2B5EF4-FFF2-40B4-BE49-F238E27FC236}">
                <a16:creationId xmlns:a16="http://schemas.microsoft.com/office/drawing/2014/main" id="{666DD34D-4912-4502-84E2-75BC692C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Active and completed journeys</a:t>
            </a:r>
          </a:p>
        </p:txBody>
      </p:sp>
      <p:sp>
        <p:nvSpPr>
          <p:cNvPr id="10" name="demo-index-33-2">
            <a:extLst xmlns:a="http://schemas.openxmlformats.org/drawingml/2006/main">
              <a:ext uri="{FF2B5EF4-FFF2-40B4-BE49-F238E27FC236}">
                <a16:creationId xmlns:a16="http://schemas.microsoft.com/office/drawing/2014/main" id="{C08542B1-AE35-41E8-88D6-0579889E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demo-item-33-2">
            <a:extLst xmlns:a="http://schemas.openxmlformats.org/drawingml/2006/main">
              <a:ext uri="{FF2B5EF4-FFF2-40B4-BE49-F238E27FC236}">
                <a16:creationId xmlns:a16="http://schemas.microsoft.com/office/drawing/2014/main" id="{AD900953-534D-4B41-BEDF-1012BBE9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Pending profile changes and audit-backed activity</a:t>
            </a:r>
          </a:p>
        </p:txBody>
      </p:sp>
      <p:sp>
        <p:nvSpPr>
          <p:cNvPr id="12" name="value-rule-33">
            <a:extLst xmlns:a="http://schemas.openxmlformats.org/drawingml/2006/main">
              <a:ext uri="{FF2B5EF4-FFF2-40B4-BE49-F238E27FC236}">
                <a16:creationId xmlns:a16="http://schemas.microsoft.com/office/drawing/2014/main" id="{B6FC90E3-E6B0-4A37-A238-AC5312F6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alue-label-33">
            <a:extLst xmlns:a="http://schemas.openxmlformats.org/drawingml/2006/main">
              <a:ext uri="{FF2B5EF4-FFF2-40B4-BE49-F238E27FC236}">
                <a16:creationId xmlns:a16="http://schemas.microsoft.com/office/drawing/2014/main" id="{3485BD95-EB86-4F00-8495-ADB0E75D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4" name="value-text-33">
            <a:extLst xmlns:a="http://schemas.openxmlformats.org/drawingml/2006/main">
              <a:ext uri="{FF2B5EF4-FFF2-40B4-BE49-F238E27FC236}">
                <a16:creationId xmlns:a16="http://schemas.microsoft.com/office/drawing/2014/main" id="{25D61ACE-4789-4A19-8A6E-617FB566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Gives staff context without exposing more personal data than necessary.</a:t>
            </a:r>
          </a:p>
        </p:txBody>
      </p:sp>
      <p:sp>
        <p:nvSpPr>
          <p:cNvPr id="15" name="page-screen-frame-33">
            <a:extLst xmlns:a="http://schemas.openxmlformats.org/drawingml/2006/main">
              <a:ext uri="{FF2B5EF4-FFF2-40B4-BE49-F238E27FC236}">
                <a16:creationId xmlns:a16="http://schemas.microsoft.com/office/drawing/2014/main" id="{9679F9FD-025D-4259-BEB6-86770163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0050"/>
            <a:ext cx="621030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91225b073f437b"/>
          <a:stretch xmlns:a="http://schemas.openxmlformats.org/drawingml/2006/main"/>
        </p:blipFill>
        <p:spPr>
          <a:xfrm xmlns:a="http://schemas.openxmlformats.org/drawingml/2006/main">
            <a:off x="5581650" y="1000242"/>
            <a:ext cx="6210300" cy="3495442"/>
          </a:xfrm>
          <a:prstGeom xmlns:a="http://schemas.openxmlformats.org/drawingml/2006/main" prst="rect">
            <a:avLst/>
          </a:prstGeom>
        </p:spPr>
      </p:pic>
      <p:sp>
        <p:nvSpPr>
          <p:cNvPr id="17" name="footer-section-33">
            <a:extLst xmlns:a="http://schemas.openxmlformats.org/drawingml/2006/main">
              <a:ext uri="{FF2B5EF4-FFF2-40B4-BE49-F238E27FC236}">
                <a16:creationId xmlns:a16="http://schemas.microsoft.com/office/drawing/2014/main" id="{63326B4E-DBFA-4273-89A8-62D8CDED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STAFF OPERATIONS</a:t>
            </a:r>
          </a:p>
        </p:txBody>
      </p:sp>
      <p:sp>
        <p:nvSpPr>
          <p:cNvPr id="18" name="footer-number-33">
            <a:extLst xmlns:a="http://schemas.openxmlformats.org/drawingml/2006/main">
              <a:ext uri="{FF2B5EF4-FFF2-40B4-BE49-F238E27FC236}">
                <a16:creationId xmlns:a16="http://schemas.microsoft.com/office/drawing/2014/main" id="{59F3E152-B5E8-4298-B06B-EC58DCAF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87070623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34">
            <a:extLst xmlns:a="http://schemas.openxmlformats.org/drawingml/2006/main">
              <a:ext uri="{FF2B5EF4-FFF2-40B4-BE49-F238E27FC236}">
                <a16:creationId xmlns:a16="http://schemas.microsoft.com/office/drawing/2014/main" id="{960BC31C-DEF2-4E41-B6AD-A895FA9D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STAFF OPERATIONS</a:t>
            </a:r>
          </a:p>
        </p:txBody>
      </p:sp>
      <p:sp>
        <p:nvSpPr>
          <p:cNvPr id="2" name="page-title-34">
            <a:extLst xmlns:a="http://schemas.openxmlformats.org/drawingml/2006/main">
              <a:ext uri="{FF2B5EF4-FFF2-40B4-BE49-F238E27FC236}">
                <a16:creationId xmlns:a16="http://schemas.microsoft.com/office/drawing/2014/main" id="{4D6041D7-EBC0-4E39-9CF5-912DD687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695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Profile-change reviews</a:t>
            </a:r>
          </a:p>
        </p:txBody>
      </p:sp>
      <p:sp>
        <p:nvSpPr>
          <p:cNvPr id="3" name="page-route-34">
            <a:extLst xmlns:a="http://schemas.openxmlformats.org/drawingml/2006/main">
              <a:ext uri="{FF2B5EF4-FFF2-40B4-BE49-F238E27FC236}">
                <a16:creationId xmlns:a16="http://schemas.microsoft.com/office/drawing/2014/main" id="{E99869F1-7AB9-440D-AE1E-DD1F577F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/admin/profile-reviews</a:t>
            </a:r>
          </a:p>
        </p:txBody>
      </p:sp>
      <p:sp>
        <p:nvSpPr>
          <p:cNvPr id="4" name="page-screen-frame-34">
            <a:extLst xmlns:a="http://schemas.openxmlformats.org/drawingml/2006/main">
              <a:ext uri="{FF2B5EF4-FFF2-40B4-BE49-F238E27FC236}">
                <a16:creationId xmlns:a16="http://schemas.microsoft.com/office/drawing/2014/main" id="{6015EC25-1B7E-498F-A4E5-139E4852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124700" cy="401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11bfde13f34fce"/>
          <a:stretch xmlns:a="http://schemas.openxmlformats.org/drawingml/2006/main"/>
        </p:blipFill>
        <p:spPr>
          <a:xfrm xmlns:a="http://schemas.openxmlformats.org/drawingml/2006/main">
            <a:off x="400124" y="1809750"/>
            <a:ext cx="7124553" cy="4010025"/>
          </a:xfrm>
          <a:prstGeom xmlns:a="http://schemas.openxmlformats.org/drawingml/2006/main" prst="rect">
            <a:avLst/>
          </a:prstGeom>
        </p:spPr>
      </p:pic>
      <p:sp>
        <p:nvSpPr>
          <p:cNvPr id="6" name="page-purpose-34">
            <a:extLst xmlns:a="http://schemas.openxmlformats.org/drawingml/2006/main">
              <a:ext uri="{FF2B5EF4-FFF2-40B4-BE49-F238E27FC236}">
                <a16:creationId xmlns:a16="http://schemas.microsoft.com/office/drawing/2014/main" id="{24238643-8EE3-404F-9DED-F2B97702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85800"/>
            <a:ext cx="371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Reviews corrections to previously verified sensitive fields.</a:t>
            </a:r>
          </a:p>
        </p:txBody>
      </p:sp>
      <p:sp>
        <p:nvSpPr>
          <p:cNvPr id="7" name="demo-label-34">
            <a:extLst xmlns:a="http://schemas.openxmlformats.org/drawingml/2006/main">
              <a:ext uri="{FF2B5EF4-FFF2-40B4-BE49-F238E27FC236}">
                <a16:creationId xmlns:a16="http://schemas.microsoft.com/office/drawing/2014/main" id="{031041B2-4028-4518-9263-BE67F4D1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62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8" name="demo-index-34-0">
            <a:extLst xmlns:a="http://schemas.openxmlformats.org/drawingml/2006/main">
              <a:ext uri="{FF2B5EF4-FFF2-40B4-BE49-F238E27FC236}">
                <a16:creationId xmlns:a16="http://schemas.microsoft.com/office/drawing/2014/main" id="{41B26313-3692-467F-B5FD-09B0AB46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demo-item-34-0">
            <a:extLst xmlns:a="http://schemas.openxmlformats.org/drawingml/2006/main">
              <a:ext uri="{FF2B5EF4-FFF2-40B4-BE49-F238E27FC236}">
                <a16:creationId xmlns:a16="http://schemas.microsoft.com/office/drawing/2014/main" id="{8B38EBD7-259F-4186-9ACC-B53E8501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Previous verified value and proposed correction</a:t>
            </a:r>
          </a:p>
        </p:txBody>
      </p:sp>
      <p:sp>
        <p:nvSpPr>
          <p:cNvPr id="10" name="demo-index-34-1">
            <a:extLst xmlns:a="http://schemas.openxmlformats.org/drawingml/2006/main">
              <a:ext uri="{FF2B5EF4-FFF2-40B4-BE49-F238E27FC236}">
                <a16:creationId xmlns:a16="http://schemas.microsoft.com/office/drawing/2014/main" id="{17B053CA-DC5F-4EEA-897C-EAC92D99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765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demo-item-34-1">
            <a:extLst xmlns:a="http://schemas.openxmlformats.org/drawingml/2006/main">
              <a:ext uri="{FF2B5EF4-FFF2-40B4-BE49-F238E27FC236}">
                <a16:creationId xmlns:a16="http://schemas.microsoft.com/office/drawing/2014/main" id="{890C0F0A-F915-474C-9C55-9D86F930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384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Customer explanation and supporting context</a:t>
            </a:r>
          </a:p>
        </p:txBody>
      </p:sp>
      <p:sp>
        <p:nvSpPr>
          <p:cNvPr id="12" name="demo-index-34-2">
            <a:extLst xmlns:a="http://schemas.openxmlformats.org/drawingml/2006/main">
              <a:ext uri="{FF2B5EF4-FFF2-40B4-BE49-F238E27FC236}">
                <a16:creationId xmlns:a16="http://schemas.microsoft.com/office/drawing/2014/main" id="{D271A2F9-6F3E-47B5-A837-36230419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290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demo-item-34-2">
            <a:extLst xmlns:a="http://schemas.openxmlformats.org/drawingml/2006/main">
              <a:ext uri="{FF2B5EF4-FFF2-40B4-BE49-F238E27FC236}">
                <a16:creationId xmlns:a16="http://schemas.microsoft.com/office/drawing/2014/main" id="{9AE558A0-FCDE-4EE5-84A2-8950A309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909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Approve, reject or request clarification</a:t>
            </a:r>
          </a:p>
        </p:txBody>
      </p:sp>
      <p:sp>
        <p:nvSpPr>
          <p:cNvPr id="14" name="value-rule-34">
            <a:extLst xmlns:a="http://schemas.openxmlformats.org/drawingml/2006/main">
              <a:ext uri="{FF2B5EF4-FFF2-40B4-BE49-F238E27FC236}">
                <a16:creationId xmlns:a16="http://schemas.microsoft.com/office/drawing/2014/main" id="{4219CBC3-1FC0-491C-B04B-944D70E4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911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alue-label-34">
            <a:extLst xmlns:a="http://schemas.openxmlformats.org/drawingml/2006/main">
              <a:ext uri="{FF2B5EF4-FFF2-40B4-BE49-F238E27FC236}">
                <a16:creationId xmlns:a16="http://schemas.microsoft.com/office/drawing/2014/main" id="{3B86B124-3D57-437A-AC75-6C6A2928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911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6" name="value-text-34">
            <a:extLst xmlns:a="http://schemas.openxmlformats.org/drawingml/2006/main">
              <a:ext uri="{FF2B5EF4-FFF2-40B4-BE49-F238E27FC236}">
                <a16:creationId xmlns:a16="http://schemas.microsoft.com/office/drawing/2014/main" id="{42CEAD6D-7A9A-4F81-96F2-30759FAA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381625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Prevents unreviewed changes from replacing trusted identity, income or banking data.</a:t>
            </a:r>
          </a:p>
        </p:txBody>
      </p:sp>
      <p:sp>
        <p:nvSpPr>
          <p:cNvPr id="17" name="footer-section-34">
            <a:extLst xmlns:a="http://schemas.openxmlformats.org/drawingml/2006/main">
              <a:ext uri="{FF2B5EF4-FFF2-40B4-BE49-F238E27FC236}">
                <a16:creationId xmlns:a16="http://schemas.microsoft.com/office/drawing/2014/main" id="{061B1246-6CCD-48FD-9205-5AB6B4EB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STAFF OPERATIONS</a:t>
            </a:r>
          </a:p>
        </p:txBody>
      </p:sp>
      <p:sp>
        <p:nvSpPr>
          <p:cNvPr id="18" name="footer-number-34">
            <a:extLst xmlns:a="http://schemas.openxmlformats.org/drawingml/2006/main">
              <a:ext uri="{FF2B5EF4-FFF2-40B4-BE49-F238E27FC236}">
                <a16:creationId xmlns:a16="http://schemas.microsoft.com/office/drawing/2014/main" id="{81ECE2D5-3DB8-49CC-956F-E2C774AC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7803287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35">
            <a:extLst xmlns:a="http://schemas.openxmlformats.org/drawingml/2006/main">
              <a:ext uri="{FF2B5EF4-FFF2-40B4-BE49-F238E27FC236}">
                <a16:creationId xmlns:a16="http://schemas.microsoft.com/office/drawing/2014/main" id="{2B47474D-62CB-4277-8BBA-65DC38A4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STAFF OPERATIONS</a:t>
            </a:r>
          </a:p>
        </p:txBody>
      </p:sp>
      <p:sp>
        <p:nvSpPr>
          <p:cNvPr id="2" name="page-title-35">
            <a:extLst xmlns:a="http://schemas.openxmlformats.org/drawingml/2006/main">
              <a:ext uri="{FF2B5EF4-FFF2-40B4-BE49-F238E27FC236}">
                <a16:creationId xmlns:a16="http://schemas.microsoft.com/office/drawing/2014/main" id="{7753B8A6-49DB-422C-92ED-63420874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Case list</a:t>
            </a:r>
          </a:p>
        </p:txBody>
      </p:sp>
      <p:sp>
        <p:nvSpPr>
          <p:cNvPr id="3" name="page-route-35">
            <a:extLst xmlns:a="http://schemas.openxmlformats.org/drawingml/2006/main">
              <a:ext uri="{FF2B5EF4-FFF2-40B4-BE49-F238E27FC236}">
                <a16:creationId xmlns:a16="http://schemas.microsoft.com/office/drawing/2014/main" id="{D61513FA-BA57-4E86-8D0A-82C1CC2E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/admin/cases</a:t>
            </a:r>
          </a:p>
        </p:txBody>
      </p:sp>
      <p:sp>
        <p:nvSpPr>
          <p:cNvPr id="4" name="page-purpose-35">
            <a:extLst xmlns:a="http://schemas.openxmlformats.org/drawingml/2006/main">
              <a:ext uri="{FF2B5EF4-FFF2-40B4-BE49-F238E27FC236}">
                <a16:creationId xmlns:a16="http://schemas.microsoft.com/office/drawing/2014/main" id="{0CBF75AC-AD9F-415A-8BC8-AB8A01F5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Provides a fast scan of active journeys and ownership.</a:t>
            </a:r>
          </a:p>
        </p:txBody>
      </p:sp>
      <p:sp>
        <p:nvSpPr>
          <p:cNvPr id="5" name="demo-label-35">
            <a:extLst xmlns:a="http://schemas.openxmlformats.org/drawingml/2006/main">
              <a:ext uri="{FF2B5EF4-FFF2-40B4-BE49-F238E27FC236}">
                <a16:creationId xmlns:a16="http://schemas.microsoft.com/office/drawing/2014/main" id="{59F7931E-732D-4E8C-9C2F-8A63E941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6" name="demo-index-35-0">
            <a:extLst xmlns:a="http://schemas.openxmlformats.org/drawingml/2006/main">
              <a:ext uri="{FF2B5EF4-FFF2-40B4-BE49-F238E27FC236}">
                <a16:creationId xmlns:a16="http://schemas.microsoft.com/office/drawing/2014/main" id="{03CA3290-CEA5-4343-9B53-E2136670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demo-item-35-0">
            <a:extLst xmlns:a="http://schemas.openxmlformats.org/drawingml/2006/main">
              <a:ext uri="{FF2B5EF4-FFF2-40B4-BE49-F238E27FC236}">
                <a16:creationId xmlns:a16="http://schemas.microsoft.com/office/drawing/2014/main" id="{415BB521-3EF3-4C59-A599-44F4A2AA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Reference, customer, stage and priority</a:t>
            </a:r>
          </a:p>
        </p:txBody>
      </p:sp>
      <p:sp>
        <p:nvSpPr>
          <p:cNvPr id="8" name="demo-index-35-1">
            <a:extLst xmlns:a="http://schemas.openxmlformats.org/drawingml/2006/main">
              <a:ext uri="{FF2B5EF4-FFF2-40B4-BE49-F238E27FC236}">
                <a16:creationId xmlns:a16="http://schemas.microsoft.com/office/drawing/2014/main" id="{1E0F8ADF-ED19-4E35-933B-5C815C53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demo-item-35-1">
            <a:extLst xmlns:a="http://schemas.openxmlformats.org/drawingml/2006/main">
              <a:ext uri="{FF2B5EF4-FFF2-40B4-BE49-F238E27FC236}">
                <a16:creationId xmlns:a16="http://schemas.microsoft.com/office/drawing/2014/main" id="{7B705420-9610-4E22-9696-53F53C0D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Age in stage and next action</a:t>
            </a:r>
          </a:p>
        </p:txBody>
      </p:sp>
      <p:sp>
        <p:nvSpPr>
          <p:cNvPr id="10" name="demo-index-35-2">
            <a:extLst xmlns:a="http://schemas.openxmlformats.org/drawingml/2006/main">
              <a:ext uri="{FF2B5EF4-FFF2-40B4-BE49-F238E27FC236}">
                <a16:creationId xmlns:a16="http://schemas.microsoft.com/office/drawing/2014/main" id="{D014D9FB-F9FF-49AC-93E3-FA3FD49C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demo-item-35-2">
            <a:extLst xmlns:a="http://schemas.openxmlformats.org/drawingml/2006/main">
              <a:ext uri="{FF2B5EF4-FFF2-40B4-BE49-F238E27FC236}">
                <a16:creationId xmlns:a16="http://schemas.microsoft.com/office/drawing/2014/main" id="{BBD3B626-7936-4405-AAAF-1B237A6A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Responsive labeled cards on mobile</a:t>
            </a:r>
          </a:p>
        </p:txBody>
      </p:sp>
      <p:sp>
        <p:nvSpPr>
          <p:cNvPr id="12" name="value-rule-35">
            <a:extLst xmlns:a="http://schemas.openxmlformats.org/drawingml/2006/main">
              <a:ext uri="{FF2B5EF4-FFF2-40B4-BE49-F238E27FC236}">
                <a16:creationId xmlns:a16="http://schemas.microsoft.com/office/drawing/2014/main" id="{3C2C083D-9FE5-44A8-8642-E3AD005A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alue-label-35">
            <a:extLst xmlns:a="http://schemas.openxmlformats.org/drawingml/2006/main">
              <a:ext uri="{FF2B5EF4-FFF2-40B4-BE49-F238E27FC236}">
                <a16:creationId xmlns:a16="http://schemas.microsoft.com/office/drawing/2014/main" id="{0B2580EA-3F10-4F6D-8F8E-0CE57B7E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4" name="value-text-35">
            <a:extLst xmlns:a="http://schemas.openxmlformats.org/drawingml/2006/main">
              <a:ext uri="{FF2B5EF4-FFF2-40B4-BE49-F238E27FC236}">
                <a16:creationId xmlns:a16="http://schemas.microsoft.com/office/drawing/2014/main" id="{940EA005-D7D9-4A31-8CDE-D4C8C846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Supports rapid case triage while retaining a dense desktop view.</a:t>
            </a:r>
          </a:p>
        </p:txBody>
      </p:sp>
      <p:sp>
        <p:nvSpPr>
          <p:cNvPr id="15" name="page-screen-frame-35">
            <a:extLst xmlns:a="http://schemas.openxmlformats.org/drawingml/2006/main">
              <a:ext uri="{FF2B5EF4-FFF2-40B4-BE49-F238E27FC236}">
                <a16:creationId xmlns:a16="http://schemas.microsoft.com/office/drawing/2014/main" id="{CE9A3BB5-A7F4-4315-BEBE-1F0FB8D8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0050"/>
            <a:ext cx="621030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84527cff5f4efa"/>
          <a:stretch xmlns:a="http://schemas.openxmlformats.org/drawingml/2006/main"/>
        </p:blipFill>
        <p:spPr>
          <a:xfrm xmlns:a="http://schemas.openxmlformats.org/drawingml/2006/main">
            <a:off x="5581650" y="1000242"/>
            <a:ext cx="6210300" cy="3495442"/>
          </a:xfrm>
          <a:prstGeom xmlns:a="http://schemas.openxmlformats.org/drawingml/2006/main" prst="rect">
            <a:avLst/>
          </a:prstGeom>
        </p:spPr>
      </p:pic>
      <p:sp>
        <p:nvSpPr>
          <p:cNvPr id="17" name="footer-section-35">
            <a:extLst xmlns:a="http://schemas.openxmlformats.org/drawingml/2006/main">
              <a:ext uri="{FF2B5EF4-FFF2-40B4-BE49-F238E27FC236}">
                <a16:creationId xmlns:a16="http://schemas.microsoft.com/office/drawing/2014/main" id="{1B118A88-7ED2-49F7-8A69-8A8E4AE2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STAFF OPERATIONS</a:t>
            </a:r>
          </a:p>
        </p:txBody>
      </p:sp>
      <p:sp>
        <p:nvSpPr>
          <p:cNvPr id="18" name="footer-number-35">
            <a:extLst xmlns:a="http://schemas.openxmlformats.org/drawingml/2006/main">
              <a:ext uri="{FF2B5EF4-FFF2-40B4-BE49-F238E27FC236}">
                <a16:creationId xmlns:a16="http://schemas.microsoft.com/office/drawing/2014/main" id="{93569B11-D93C-43C7-82AA-9C66389D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09570651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36">
            <a:extLst xmlns:a="http://schemas.openxmlformats.org/drawingml/2006/main">
              <a:ext uri="{FF2B5EF4-FFF2-40B4-BE49-F238E27FC236}">
                <a16:creationId xmlns:a16="http://schemas.microsoft.com/office/drawing/2014/main" id="{6D1F4123-AF2D-424D-948E-7345B6FC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STAFF OPERATIONS</a:t>
            </a:r>
          </a:p>
        </p:txBody>
      </p:sp>
      <p:sp>
        <p:nvSpPr>
          <p:cNvPr id="2" name="page-title-36">
            <a:extLst xmlns:a="http://schemas.openxmlformats.org/drawingml/2006/main">
              <a:ext uri="{FF2B5EF4-FFF2-40B4-BE49-F238E27FC236}">
                <a16:creationId xmlns:a16="http://schemas.microsoft.com/office/drawing/2014/main" id="{840BE948-C8CF-4D4E-A8EE-86995A6C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695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Document review queue</a:t>
            </a:r>
          </a:p>
        </p:txBody>
      </p:sp>
      <p:sp>
        <p:nvSpPr>
          <p:cNvPr id="3" name="page-route-36">
            <a:extLst xmlns:a="http://schemas.openxmlformats.org/drawingml/2006/main">
              <a:ext uri="{FF2B5EF4-FFF2-40B4-BE49-F238E27FC236}">
                <a16:creationId xmlns:a16="http://schemas.microsoft.com/office/drawing/2014/main" id="{6105B147-8B33-4A12-9B96-75CB8FED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/admin/documents</a:t>
            </a:r>
          </a:p>
        </p:txBody>
      </p:sp>
      <p:sp>
        <p:nvSpPr>
          <p:cNvPr id="4" name="page-screen-frame-36">
            <a:extLst xmlns:a="http://schemas.openxmlformats.org/drawingml/2006/main">
              <a:ext uri="{FF2B5EF4-FFF2-40B4-BE49-F238E27FC236}">
                <a16:creationId xmlns:a16="http://schemas.microsoft.com/office/drawing/2014/main" id="{8E163D54-5D56-4A4F-8DF5-06B7AC39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124700" cy="401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89ae0db6ca463e"/>
          <a:stretch xmlns:a="http://schemas.openxmlformats.org/drawingml/2006/main"/>
        </p:blipFill>
        <p:spPr>
          <a:xfrm xmlns:a="http://schemas.openxmlformats.org/drawingml/2006/main">
            <a:off x="400124" y="1809750"/>
            <a:ext cx="7124553" cy="4010025"/>
          </a:xfrm>
          <a:prstGeom xmlns:a="http://schemas.openxmlformats.org/drawingml/2006/main" prst="rect">
            <a:avLst/>
          </a:prstGeom>
        </p:spPr>
      </p:pic>
      <p:sp>
        <p:nvSpPr>
          <p:cNvPr id="6" name="page-purpose-36">
            <a:extLst xmlns:a="http://schemas.openxmlformats.org/drawingml/2006/main">
              <a:ext uri="{FF2B5EF4-FFF2-40B4-BE49-F238E27FC236}">
                <a16:creationId xmlns:a16="http://schemas.microsoft.com/office/drawing/2014/main" id="{F0E17E95-1447-459A-8274-CD99DD42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85800"/>
            <a:ext cx="371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Collects uploads awaiting review across customers and cases.</a:t>
            </a:r>
          </a:p>
        </p:txBody>
      </p:sp>
      <p:sp>
        <p:nvSpPr>
          <p:cNvPr id="7" name="demo-label-36">
            <a:extLst xmlns:a="http://schemas.openxmlformats.org/drawingml/2006/main">
              <a:ext uri="{FF2B5EF4-FFF2-40B4-BE49-F238E27FC236}">
                <a16:creationId xmlns:a16="http://schemas.microsoft.com/office/drawing/2014/main" id="{6D280B64-FF4E-426B-9056-71204057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62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8" name="demo-index-36-0">
            <a:extLst xmlns:a="http://schemas.openxmlformats.org/drawingml/2006/main">
              <a:ext uri="{FF2B5EF4-FFF2-40B4-BE49-F238E27FC236}">
                <a16:creationId xmlns:a16="http://schemas.microsoft.com/office/drawing/2014/main" id="{EFE34281-FA64-497F-B988-A21E1FAE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demo-item-36-0">
            <a:extLst xmlns:a="http://schemas.openxmlformats.org/drawingml/2006/main">
              <a:ext uri="{FF2B5EF4-FFF2-40B4-BE49-F238E27FC236}">
                <a16:creationId xmlns:a16="http://schemas.microsoft.com/office/drawing/2014/main" id="{66A0F1D7-2F64-4177-A2CE-0FCA6FD2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Customer, reference, document type and waiting time</a:t>
            </a:r>
          </a:p>
        </p:txBody>
      </p:sp>
      <p:sp>
        <p:nvSpPr>
          <p:cNvPr id="10" name="demo-index-36-1">
            <a:extLst xmlns:a="http://schemas.openxmlformats.org/drawingml/2006/main">
              <a:ext uri="{FF2B5EF4-FFF2-40B4-BE49-F238E27FC236}">
                <a16:creationId xmlns:a16="http://schemas.microsoft.com/office/drawing/2014/main" id="{C0D04BD9-5953-4498-AE48-BD7A47DF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765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demo-item-36-1">
            <a:extLst xmlns:a="http://schemas.openxmlformats.org/drawingml/2006/main">
              <a:ext uri="{FF2B5EF4-FFF2-40B4-BE49-F238E27FC236}">
                <a16:creationId xmlns:a16="http://schemas.microsoft.com/office/drawing/2014/main" id="{7A343DE7-B928-4B54-A330-3FDE193A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384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Priority and assignment context</a:t>
            </a:r>
          </a:p>
        </p:txBody>
      </p:sp>
      <p:sp>
        <p:nvSpPr>
          <p:cNvPr id="12" name="demo-index-36-2">
            <a:extLst xmlns:a="http://schemas.openxmlformats.org/drawingml/2006/main">
              <a:ext uri="{FF2B5EF4-FFF2-40B4-BE49-F238E27FC236}">
                <a16:creationId xmlns:a16="http://schemas.microsoft.com/office/drawing/2014/main" id="{7052BD7F-9EE3-4631-A749-B68352D8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290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demo-item-36-2">
            <a:extLst xmlns:a="http://schemas.openxmlformats.org/drawingml/2006/main">
              <a:ext uri="{FF2B5EF4-FFF2-40B4-BE49-F238E27FC236}">
                <a16:creationId xmlns:a16="http://schemas.microsoft.com/office/drawing/2014/main" id="{E4D37809-067E-46B6-9BBF-FA3487A6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909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Direct route into the relevant case</a:t>
            </a:r>
          </a:p>
        </p:txBody>
      </p:sp>
      <p:sp>
        <p:nvSpPr>
          <p:cNvPr id="14" name="value-rule-36">
            <a:extLst xmlns:a="http://schemas.openxmlformats.org/drawingml/2006/main">
              <a:ext uri="{FF2B5EF4-FFF2-40B4-BE49-F238E27FC236}">
                <a16:creationId xmlns:a16="http://schemas.microsoft.com/office/drawing/2014/main" id="{1991FEA0-D33D-4650-A09B-7C443700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911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alue-label-36">
            <a:extLst xmlns:a="http://schemas.openxmlformats.org/drawingml/2006/main">
              <a:ext uri="{FF2B5EF4-FFF2-40B4-BE49-F238E27FC236}">
                <a16:creationId xmlns:a16="http://schemas.microsoft.com/office/drawing/2014/main" id="{D34D8A34-CC8E-4ED4-B590-11BD8140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911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6" name="value-text-36">
            <a:extLst xmlns:a="http://schemas.openxmlformats.org/drawingml/2006/main">
              <a:ext uri="{FF2B5EF4-FFF2-40B4-BE49-F238E27FC236}">
                <a16:creationId xmlns:a16="http://schemas.microsoft.com/office/drawing/2014/main" id="{9E22EDF2-9CDB-4759-B783-9A117DA7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381625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Turns document review into a managed service queue.</a:t>
            </a:r>
          </a:p>
        </p:txBody>
      </p:sp>
      <p:sp>
        <p:nvSpPr>
          <p:cNvPr id="17" name="footer-section-36">
            <a:extLst xmlns:a="http://schemas.openxmlformats.org/drawingml/2006/main">
              <a:ext uri="{FF2B5EF4-FFF2-40B4-BE49-F238E27FC236}">
                <a16:creationId xmlns:a16="http://schemas.microsoft.com/office/drawing/2014/main" id="{32AECD05-E40A-416B-981A-BE4613AA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STAFF OPERATIONS</a:t>
            </a:r>
          </a:p>
        </p:txBody>
      </p:sp>
      <p:sp>
        <p:nvSpPr>
          <p:cNvPr id="18" name="footer-number-36">
            <a:extLst xmlns:a="http://schemas.openxmlformats.org/drawingml/2006/main">
              <a:ext uri="{FF2B5EF4-FFF2-40B4-BE49-F238E27FC236}">
                <a16:creationId xmlns:a16="http://schemas.microsoft.com/office/drawing/2014/main" id="{FDE352E7-7415-4E10-8A8C-F7627E18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7752494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37">
            <a:extLst xmlns:a="http://schemas.openxmlformats.org/drawingml/2006/main">
              <a:ext uri="{FF2B5EF4-FFF2-40B4-BE49-F238E27FC236}">
                <a16:creationId xmlns:a16="http://schemas.microsoft.com/office/drawing/2014/main" id="{23CD7E8E-3673-49DE-9FCC-185892B6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STAFF OPERATIONS</a:t>
            </a:r>
          </a:p>
        </p:txBody>
      </p:sp>
      <p:sp>
        <p:nvSpPr>
          <p:cNvPr id="2" name="page-title-37">
            <a:extLst xmlns:a="http://schemas.openxmlformats.org/drawingml/2006/main">
              <a:ext uri="{FF2B5EF4-FFF2-40B4-BE49-F238E27FC236}">
                <a16:creationId xmlns:a16="http://schemas.microsoft.com/office/drawing/2014/main" id="{82FE27DB-6CC6-4DB0-A0E0-76007FDE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Unified staff inbox</a:t>
            </a:r>
          </a:p>
        </p:txBody>
      </p:sp>
      <p:sp>
        <p:nvSpPr>
          <p:cNvPr id="3" name="page-route-37">
            <a:extLst xmlns:a="http://schemas.openxmlformats.org/drawingml/2006/main">
              <a:ext uri="{FF2B5EF4-FFF2-40B4-BE49-F238E27FC236}">
                <a16:creationId xmlns:a16="http://schemas.microsoft.com/office/drawing/2014/main" id="{2546B57F-6722-4FCC-A920-370C3B7E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/admin/messages</a:t>
            </a:r>
          </a:p>
        </p:txBody>
      </p:sp>
      <p:sp>
        <p:nvSpPr>
          <p:cNvPr id="4" name="page-purpose-37">
            <a:extLst xmlns:a="http://schemas.openxmlformats.org/drawingml/2006/main">
              <a:ext uri="{FF2B5EF4-FFF2-40B4-BE49-F238E27FC236}">
                <a16:creationId xmlns:a16="http://schemas.microsoft.com/office/drawing/2014/main" id="{73326FE3-1E62-4448-B342-38CB1691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Prioritizes customer replies by response time and journey impact.</a:t>
            </a:r>
          </a:p>
        </p:txBody>
      </p:sp>
      <p:sp>
        <p:nvSpPr>
          <p:cNvPr id="5" name="demo-label-37">
            <a:extLst xmlns:a="http://schemas.openxmlformats.org/drawingml/2006/main">
              <a:ext uri="{FF2B5EF4-FFF2-40B4-BE49-F238E27FC236}">
                <a16:creationId xmlns:a16="http://schemas.microsoft.com/office/drawing/2014/main" id="{6E380DB6-E827-406F-B799-1615CD21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6" name="demo-index-37-0">
            <a:extLst xmlns:a="http://schemas.openxmlformats.org/drawingml/2006/main">
              <a:ext uri="{FF2B5EF4-FFF2-40B4-BE49-F238E27FC236}">
                <a16:creationId xmlns:a16="http://schemas.microsoft.com/office/drawing/2014/main" id="{8506957B-38D8-4558-ABDB-347568DA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demo-item-37-0">
            <a:extLst xmlns:a="http://schemas.openxmlformats.org/drawingml/2006/main">
              <a:ext uri="{FF2B5EF4-FFF2-40B4-BE49-F238E27FC236}">
                <a16:creationId xmlns:a16="http://schemas.microsoft.com/office/drawing/2014/main" id="{5296B932-2A01-4C5E-93B2-87EF9EC3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Conversation queue and unread state</a:t>
            </a:r>
          </a:p>
        </p:txBody>
      </p:sp>
      <p:sp>
        <p:nvSpPr>
          <p:cNvPr id="8" name="demo-index-37-1">
            <a:extLst xmlns:a="http://schemas.openxmlformats.org/drawingml/2006/main">
              <a:ext uri="{FF2B5EF4-FFF2-40B4-BE49-F238E27FC236}">
                <a16:creationId xmlns:a16="http://schemas.microsoft.com/office/drawing/2014/main" id="{316BA0A6-900F-4801-B4C8-B5C002A9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demo-item-37-1">
            <a:extLst xmlns:a="http://schemas.openxmlformats.org/drawingml/2006/main">
              <a:ext uri="{FF2B5EF4-FFF2-40B4-BE49-F238E27FC236}">
                <a16:creationId xmlns:a16="http://schemas.microsoft.com/office/drawing/2014/main" id="{EB645C83-209E-4DE3-8E2E-E05FE795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Case reference and recent preview</a:t>
            </a:r>
          </a:p>
        </p:txBody>
      </p:sp>
      <p:sp>
        <p:nvSpPr>
          <p:cNvPr id="10" name="demo-index-37-2">
            <a:extLst xmlns:a="http://schemas.openxmlformats.org/drawingml/2006/main">
              <a:ext uri="{FF2B5EF4-FFF2-40B4-BE49-F238E27FC236}">
                <a16:creationId xmlns:a16="http://schemas.microsoft.com/office/drawing/2014/main" id="{43825289-BADB-4DE1-877C-24DB5192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demo-item-37-2">
            <a:extLst xmlns:a="http://schemas.openxmlformats.org/drawingml/2006/main">
              <a:ext uri="{FF2B5EF4-FFF2-40B4-BE49-F238E27FC236}">
                <a16:creationId xmlns:a16="http://schemas.microsoft.com/office/drawing/2014/main" id="{D2E7783A-14C8-4C12-98CA-0B28FF7A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Bounded thread with persistent reply composer</a:t>
            </a:r>
          </a:p>
        </p:txBody>
      </p:sp>
      <p:sp>
        <p:nvSpPr>
          <p:cNvPr id="12" name="value-rule-37">
            <a:extLst xmlns:a="http://schemas.openxmlformats.org/drawingml/2006/main">
              <a:ext uri="{FF2B5EF4-FFF2-40B4-BE49-F238E27FC236}">
                <a16:creationId xmlns:a16="http://schemas.microsoft.com/office/drawing/2014/main" id="{3469A392-A4E2-4836-9D90-C9407B09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alue-label-37">
            <a:extLst xmlns:a="http://schemas.openxmlformats.org/drawingml/2006/main">
              <a:ext uri="{FF2B5EF4-FFF2-40B4-BE49-F238E27FC236}">
                <a16:creationId xmlns:a16="http://schemas.microsoft.com/office/drawing/2014/main" id="{2E26BCF5-C4AF-4E74-80B3-62DC0BB2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4" name="value-text-37">
            <a:extLst xmlns:a="http://schemas.openxmlformats.org/drawingml/2006/main">
              <a:ext uri="{FF2B5EF4-FFF2-40B4-BE49-F238E27FC236}">
                <a16:creationId xmlns:a16="http://schemas.microsoft.com/office/drawing/2014/main" id="{8B5C21C3-D2B9-4483-8CFD-D4011EFB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Helps staff respond promptly without losing case context.</a:t>
            </a:r>
          </a:p>
        </p:txBody>
      </p:sp>
      <p:sp>
        <p:nvSpPr>
          <p:cNvPr id="15" name="page-screen-frame-37">
            <a:extLst xmlns:a="http://schemas.openxmlformats.org/drawingml/2006/main">
              <a:ext uri="{FF2B5EF4-FFF2-40B4-BE49-F238E27FC236}">
                <a16:creationId xmlns:a16="http://schemas.microsoft.com/office/drawing/2014/main" id="{394FE994-AFF4-4C13-94B2-4B030FD7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0050"/>
            <a:ext cx="621030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bce6d450044c9e"/>
          <a:stretch xmlns:a="http://schemas.openxmlformats.org/drawingml/2006/main"/>
        </p:blipFill>
        <p:spPr>
          <a:xfrm xmlns:a="http://schemas.openxmlformats.org/drawingml/2006/main">
            <a:off x="5581650" y="1000242"/>
            <a:ext cx="6210300" cy="3495442"/>
          </a:xfrm>
          <a:prstGeom xmlns:a="http://schemas.openxmlformats.org/drawingml/2006/main" prst="rect">
            <a:avLst/>
          </a:prstGeom>
        </p:spPr>
      </p:pic>
      <p:sp>
        <p:nvSpPr>
          <p:cNvPr id="17" name="footer-section-37">
            <a:extLst xmlns:a="http://schemas.openxmlformats.org/drawingml/2006/main">
              <a:ext uri="{FF2B5EF4-FFF2-40B4-BE49-F238E27FC236}">
                <a16:creationId xmlns:a16="http://schemas.microsoft.com/office/drawing/2014/main" id="{4BE48A67-373F-4227-9382-47A20C5F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STAFF OPERATIONS</a:t>
            </a:r>
          </a:p>
        </p:txBody>
      </p:sp>
      <p:sp>
        <p:nvSpPr>
          <p:cNvPr id="18" name="footer-number-37">
            <a:extLst xmlns:a="http://schemas.openxmlformats.org/drawingml/2006/main">
              <a:ext uri="{FF2B5EF4-FFF2-40B4-BE49-F238E27FC236}">
                <a16:creationId xmlns:a16="http://schemas.microsoft.com/office/drawing/2014/main" id="{80024C9C-461D-4B4C-A031-D5FE9E8C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43035210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38">
            <a:extLst xmlns:a="http://schemas.openxmlformats.org/drawingml/2006/main">
              <a:ext uri="{FF2B5EF4-FFF2-40B4-BE49-F238E27FC236}">
                <a16:creationId xmlns:a16="http://schemas.microsoft.com/office/drawing/2014/main" id="{001C8F8D-458C-4551-9938-2CC978E9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STAFF OPERATIONS</a:t>
            </a:r>
          </a:p>
        </p:txBody>
      </p:sp>
      <p:sp>
        <p:nvSpPr>
          <p:cNvPr id="2" name="page-title-38">
            <a:extLst xmlns:a="http://schemas.openxmlformats.org/drawingml/2006/main">
              <a:ext uri="{FF2B5EF4-FFF2-40B4-BE49-F238E27FC236}">
                <a16:creationId xmlns:a16="http://schemas.microsoft.com/office/drawing/2014/main" id="{9CBC7A24-15E0-4CB3-9034-D9A8EA50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695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Operations calendar</a:t>
            </a:r>
          </a:p>
        </p:txBody>
      </p:sp>
      <p:sp>
        <p:nvSpPr>
          <p:cNvPr id="3" name="page-route-38">
            <a:extLst xmlns:a="http://schemas.openxmlformats.org/drawingml/2006/main">
              <a:ext uri="{FF2B5EF4-FFF2-40B4-BE49-F238E27FC236}">
                <a16:creationId xmlns:a16="http://schemas.microsoft.com/office/drawing/2014/main" id="{2B533435-345E-40BC-86C6-241FC957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/admin/calendar</a:t>
            </a:r>
          </a:p>
        </p:txBody>
      </p:sp>
      <p:sp>
        <p:nvSpPr>
          <p:cNvPr id="4" name="page-screen-frame-38">
            <a:extLst xmlns:a="http://schemas.openxmlformats.org/drawingml/2006/main">
              <a:ext uri="{FF2B5EF4-FFF2-40B4-BE49-F238E27FC236}">
                <a16:creationId xmlns:a16="http://schemas.microsoft.com/office/drawing/2014/main" id="{FB0D527F-3A4E-45C2-8446-0BFAD6EE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124700" cy="401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d2840b4f444797"/>
          <a:stretch xmlns:a="http://schemas.openxmlformats.org/drawingml/2006/main"/>
        </p:blipFill>
        <p:spPr>
          <a:xfrm xmlns:a="http://schemas.openxmlformats.org/drawingml/2006/main">
            <a:off x="400124" y="1809750"/>
            <a:ext cx="7124553" cy="4010025"/>
          </a:xfrm>
          <a:prstGeom xmlns:a="http://schemas.openxmlformats.org/drawingml/2006/main" prst="rect">
            <a:avLst/>
          </a:prstGeom>
        </p:spPr>
      </p:pic>
      <p:sp>
        <p:nvSpPr>
          <p:cNvPr id="6" name="page-purpose-38">
            <a:extLst xmlns:a="http://schemas.openxmlformats.org/drawingml/2006/main">
              <a:ext uri="{FF2B5EF4-FFF2-40B4-BE49-F238E27FC236}">
                <a16:creationId xmlns:a16="http://schemas.microsoft.com/office/drawing/2014/main" id="{7C315DAD-264E-45DD-8226-3EAE74CB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85800"/>
            <a:ext cx="371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Coordinates calls, checks, visits, inspections and deliveries.</a:t>
            </a:r>
          </a:p>
        </p:txBody>
      </p:sp>
      <p:sp>
        <p:nvSpPr>
          <p:cNvPr id="7" name="demo-label-38">
            <a:extLst xmlns:a="http://schemas.openxmlformats.org/drawingml/2006/main">
              <a:ext uri="{FF2B5EF4-FFF2-40B4-BE49-F238E27FC236}">
                <a16:creationId xmlns:a16="http://schemas.microsoft.com/office/drawing/2014/main" id="{2AD984DF-101A-4BE0-B5E0-5230EA54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62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8" name="demo-index-38-0">
            <a:extLst xmlns:a="http://schemas.openxmlformats.org/drawingml/2006/main">
              <a:ext uri="{FF2B5EF4-FFF2-40B4-BE49-F238E27FC236}">
                <a16:creationId xmlns:a16="http://schemas.microsoft.com/office/drawing/2014/main" id="{9E6888B2-E980-4AC6-9428-AF3381F0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demo-item-38-0">
            <a:extLst xmlns:a="http://schemas.openxmlformats.org/drawingml/2006/main">
              <a:ext uri="{FF2B5EF4-FFF2-40B4-BE49-F238E27FC236}">
                <a16:creationId xmlns:a16="http://schemas.microsoft.com/office/drawing/2014/main" id="{314535F9-2BF1-4AC2-AA1E-FB5F74E5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Appointment type, owner, customer and case</a:t>
            </a:r>
          </a:p>
        </p:txBody>
      </p:sp>
      <p:sp>
        <p:nvSpPr>
          <p:cNvPr id="10" name="demo-index-38-1">
            <a:extLst xmlns:a="http://schemas.openxmlformats.org/drawingml/2006/main">
              <a:ext uri="{FF2B5EF4-FFF2-40B4-BE49-F238E27FC236}">
                <a16:creationId xmlns:a16="http://schemas.microsoft.com/office/drawing/2014/main" id="{FC106984-CD5E-4DBC-BDA8-0A62195C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765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demo-item-38-1">
            <a:extLst xmlns:a="http://schemas.openxmlformats.org/drawingml/2006/main">
              <a:ext uri="{FF2B5EF4-FFF2-40B4-BE49-F238E27FC236}">
                <a16:creationId xmlns:a16="http://schemas.microsoft.com/office/drawing/2014/main" id="{2A9C5C33-50C7-4D3A-B8B7-4FBBCCFA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384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Upcoming schedule and status</a:t>
            </a:r>
          </a:p>
        </p:txBody>
      </p:sp>
      <p:sp>
        <p:nvSpPr>
          <p:cNvPr id="12" name="demo-index-38-2">
            <a:extLst xmlns:a="http://schemas.openxmlformats.org/drawingml/2006/main">
              <a:ext uri="{FF2B5EF4-FFF2-40B4-BE49-F238E27FC236}">
                <a16:creationId xmlns:a16="http://schemas.microsoft.com/office/drawing/2014/main" id="{E4088B10-4488-482E-A445-92EB5159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290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demo-item-38-2">
            <a:extLst xmlns:a="http://schemas.openxmlformats.org/drawingml/2006/main">
              <a:ext uri="{FF2B5EF4-FFF2-40B4-BE49-F238E27FC236}">
                <a16:creationId xmlns:a16="http://schemas.microsoft.com/office/drawing/2014/main" id="{450ADC9B-5C7C-4181-884A-F536125D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909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Direct relationship to work queues</a:t>
            </a:r>
          </a:p>
        </p:txBody>
      </p:sp>
      <p:sp>
        <p:nvSpPr>
          <p:cNvPr id="14" name="value-rule-38">
            <a:extLst xmlns:a="http://schemas.openxmlformats.org/drawingml/2006/main">
              <a:ext uri="{FF2B5EF4-FFF2-40B4-BE49-F238E27FC236}">
                <a16:creationId xmlns:a16="http://schemas.microsoft.com/office/drawing/2014/main" id="{97A8B2FD-99BB-4489-A686-2CA146F2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911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alue-label-38">
            <a:extLst xmlns:a="http://schemas.openxmlformats.org/drawingml/2006/main">
              <a:ext uri="{FF2B5EF4-FFF2-40B4-BE49-F238E27FC236}">
                <a16:creationId xmlns:a16="http://schemas.microsoft.com/office/drawing/2014/main" id="{159252A2-42EA-4CCA-8F84-361F9296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911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6" name="value-text-38">
            <a:extLst xmlns:a="http://schemas.openxmlformats.org/drawingml/2006/main">
              <a:ext uri="{FF2B5EF4-FFF2-40B4-BE49-F238E27FC236}">
                <a16:creationId xmlns:a16="http://schemas.microsoft.com/office/drawing/2014/main" id="{12112147-057E-4014-A9E4-7117AEF4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381625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Keeps time-based commitments visible alongside case work.</a:t>
            </a:r>
          </a:p>
        </p:txBody>
      </p:sp>
      <p:sp>
        <p:nvSpPr>
          <p:cNvPr id="17" name="footer-section-38">
            <a:extLst xmlns:a="http://schemas.openxmlformats.org/drawingml/2006/main">
              <a:ext uri="{FF2B5EF4-FFF2-40B4-BE49-F238E27FC236}">
                <a16:creationId xmlns:a16="http://schemas.microsoft.com/office/drawing/2014/main" id="{C4CEEBEC-0D90-427C-A06B-3AEC38CE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STAFF OPERATIONS</a:t>
            </a:r>
          </a:p>
        </p:txBody>
      </p:sp>
      <p:sp>
        <p:nvSpPr>
          <p:cNvPr id="18" name="footer-number-38">
            <a:extLst xmlns:a="http://schemas.openxmlformats.org/drawingml/2006/main">
              <a:ext uri="{FF2B5EF4-FFF2-40B4-BE49-F238E27FC236}">
                <a16:creationId xmlns:a16="http://schemas.microsoft.com/office/drawing/2014/main" id="{94A62569-510F-4774-98C4-57EBA2CD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204455497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39">
            <a:extLst xmlns:a="http://schemas.openxmlformats.org/drawingml/2006/main">
              <a:ext uri="{FF2B5EF4-FFF2-40B4-BE49-F238E27FC236}">
                <a16:creationId xmlns:a16="http://schemas.microsoft.com/office/drawing/2014/main" id="{CDFE984E-ABE7-44CD-BA73-8A8D325C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STAFF OPERATIONS</a:t>
            </a:r>
          </a:p>
        </p:txBody>
      </p:sp>
      <p:sp>
        <p:nvSpPr>
          <p:cNvPr id="2" name="page-title-39">
            <a:extLst xmlns:a="http://schemas.openxmlformats.org/drawingml/2006/main">
              <a:ext uri="{FF2B5EF4-FFF2-40B4-BE49-F238E27FC236}">
                <a16:creationId xmlns:a16="http://schemas.microsoft.com/office/drawing/2014/main" id="{9A045E03-3804-4D83-834F-8C2C683A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Operational reports</a:t>
            </a:r>
          </a:p>
        </p:txBody>
      </p:sp>
      <p:sp>
        <p:nvSpPr>
          <p:cNvPr id="3" name="page-route-39">
            <a:extLst xmlns:a="http://schemas.openxmlformats.org/drawingml/2006/main">
              <a:ext uri="{FF2B5EF4-FFF2-40B4-BE49-F238E27FC236}">
                <a16:creationId xmlns:a16="http://schemas.microsoft.com/office/drawing/2014/main" id="{77FC23B4-9708-4F4C-85D8-D96CFD4E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/admin/reports</a:t>
            </a:r>
          </a:p>
        </p:txBody>
      </p:sp>
      <p:sp>
        <p:nvSpPr>
          <p:cNvPr id="4" name="page-purpose-39">
            <a:extLst xmlns:a="http://schemas.openxmlformats.org/drawingml/2006/main">
              <a:ext uri="{FF2B5EF4-FFF2-40B4-BE49-F238E27FC236}">
                <a16:creationId xmlns:a16="http://schemas.microsoft.com/office/drawing/2014/main" id="{9C3423B8-85DB-44E2-85BC-3ACD468C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Summarizes service performance, journey flow and portal adoption.</a:t>
            </a:r>
          </a:p>
        </p:txBody>
      </p:sp>
      <p:sp>
        <p:nvSpPr>
          <p:cNvPr id="5" name="demo-label-39">
            <a:extLst xmlns:a="http://schemas.openxmlformats.org/drawingml/2006/main">
              <a:ext uri="{FF2B5EF4-FFF2-40B4-BE49-F238E27FC236}">
                <a16:creationId xmlns:a16="http://schemas.microsoft.com/office/drawing/2014/main" id="{A77719E9-A357-40AA-B4E2-60843C14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6" name="demo-index-39-0">
            <a:extLst xmlns:a="http://schemas.openxmlformats.org/drawingml/2006/main">
              <a:ext uri="{FF2B5EF4-FFF2-40B4-BE49-F238E27FC236}">
                <a16:creationId xmlns:a16="http://schemas.microsoft.com/office/drawing/2014/main" id="{4889A912-DEC1-43F1-B5FB-96E41728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demo-item-39-0">
            <a:extLst xmlns:a="http://schemas.openxmlformats.org/drawingml/2006/main">
              <a:ext uri="{FF2B5EF4-FFF2-40B4-BE49-F238E27FC236}">
                <a16:creationId xmlns:a16="http://schemas.microsoft.com/office/drawing/2014/main" id="{F72F0609-C596-45BF-8159-B616D3BC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Lead response and conversion</a:t>
            </a:r>
          </a:p>
        </p:txBody>
      </p:sp>
      <p:sp>
        <p:nvSpPr>
          <p:cNvPr id="8" name="demo-index-39-1">
            <a:extLst xmlns:a="http://schemas.openxmlformats.org/drawingml/2006/main">
              <a:ext uri="{FF2B5EF4-FFF2-40B4-BE49-F238E27FC236}">
                <a16:creationId xmlns:a16="http://schemas.microsoft.com/office/drawing/2014/main" id="{58602202-4379-4B3E-83BE-95B3015C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demo-item-39-1">
            <a:extLst xmlns:a="http://schemas.openxmlformats.org/drawingml/2006/main">
              <a:ext uri="{FF2B5EF4-FFF2-40B4-BE49-F238E27FC236}">
                <a16:creationId xmlns:a16="http://schemas.microsoft.com/office/drawing/2014/main" id="{0A942310-10B6-4BB4-9B06-C7883B1E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Stage ageing and review turnaround</a:t>
            </a:r>
          </a:p>
        </p:txBody>
      </p:sp>
      <p:sp>
        <p:nvSpPr>
          <p:cNvPr id="10" name="demo-index-39-2">
            <a:extLst xmlns:a="http://schemas.openxmlformats.org/drawingml/2006/main">
              <a:ext uri="{FF2B5EF4-FFF2-40B4-BE49-F238E27FC236}">
                <a16:creationId xmlns:a16="http://schemas.microsoft.com/office/drawing/2014/main" id="{956C6D72-8C85-4AD9-B8F9-1F4CCF2D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demo-item-39-2">
            <a:extLst xmlns:a="http://schemas.openxmlformats.org/drawingml/2006/main">
              <a:ext uri="{FF2B5EF4-FFF2-40B4-BE49-F238E27FC236}">
                <a16:creationId xmlns:a16="http://schemas.microsoft.com/office/drawing/2014/main" id="{3DD3501F-EB7A-48A8-915C-8871A994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Workload, selection and notification delivery</a:t>
            </a:r>
          </a:p>
        </p:txBody>
      </p:sp>
      <p:sp>
        <p:nvSpPr>
          <p:cNvPr id="12" name="value-rule-39">
            <a:extLst xmlns:a="http://schemas.openxmlformats.org/drawingml/2006/main">
              <a:ext uri="{FF2B5EF4-FFF2-40B4-BE49-F238E27FC236}">
                <a16:creationId xmlns:a16="http://schemas.microsoft.com/office/drawing/2014/main" id="{C4622A7B-AB75-48A8-AC0F-E63A5F9E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alue-label-39">
            <a:extLst xmlns:a="http://schemas.openxmlformats.org/drawingml/2006/main">
              <a:ext uri="{FF2B5EF4-FFF2-40B4-BE49-F238E27FC236}">
                <a16:creationId xmlns:a16="http://schemas.microsoft.com/office/drawing/2014/main" id="{AE570540-8DBE-4058-8699-C7A8196A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4" name="value-text-39">
            <a:extLst xmlns:a="http://schemas.openxmlformats.org/drawingml/2006/main">
              <a:ext uri="{FF2B5EF4-FFF2-40B4-BE49-F238E27FC236}">
                <a16:creationId xmlns:a16="http://schemas.microsoft.com/office/drawing/2014/main" id="{8C6E529E-E8A4-4A95-BE7D-7CDC51AA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Supports service improvement without employee-surveillance framing.</a:t>
            </a:r>
          </a:p>
        </p:txBody>
      </p:sp>
      <p:sp>
        <p:nvSpPr>
          <p:cNvPr id="15" name="page-screen-frame-39">
            <a:extLst xmlns:a="http://schemas.openxmlformats.org/drawingml/2006/main">
              <a:ext uri="{FF2B5EF4-FFF2-40B4-BE49-F238E27FC236}">
                <a16:creationId xmlns:a16="http://schemas.microsoft.com/office/drawing/2014/main" id="{0AD79A5C-5416-44E0-BBFD-32C883AF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0050"/>
            <a:ext cx="621030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304a2d16074af3"/>
          <a:stretch xmlns:a="http://schemas.openxmlformats.org/drawingml/2006/main"/>
        </p:blipFill>
        <p:spPr>
          <a:xfrm xmlns:a="http://schemas.openxmlformats.org/drawingml/2006/main">
            <a:off x="5581650" y="1000242"/>
            <a:ext cx="6210300" cy="3495442"/>
          </a:xfrm>
          <a:prstGeom xmlns:a="http://schemas.openxmlformats.org/drawingml/2006/main" prst="rect">
            <a:avLst/>
          </a:prstGeom>
        </p:spPr>
      </p:pic>
      <p:sp>
        <p:nvSpPr>
          <p:cNvPr id="17" name="footer-section-39">
            <a:extLst xmlns:a="http://schemas.openxmlformats.org/drawingml/2006/main">
              <a:ext uri="{FF2B5EF4-FFF2-40B4-BE49-F238E27FC236}">
                <a16:creationId xmlns:a16="http://schemas.microsoft.com/office/drawing/2014/main" id="{131FA5A6-CE37-4317-9F7E-AEF0666C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STAFF OPERATIONS</a:t>
            </a:r>
          </a:p>
        </p:txBody>
      </p:sp>
      <p:sp>
        <p:nvSpPr>
          <p:cNvPr id="18" name="footer-number-39">
            <a:extLst xmlns:a="http://schemas.openxmlformats.org/drawingml/2006/main">
              <a:ext uri="{FF2B5EF4-FFF2-40B4-BE49-F238E27FC236}">
                <a16:creationId xmlns:a16="http://schemas.microsoft.com/office/drawing/2014/main" id="{3270F44F-C2C7-4DFD-8B66-6E4A7331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33283490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40">
            <a:extLst xmlns:a="http://schemas.openxmlformats.org/drawingml/2006/main">
              <a:ext uri="{FF2B5EF4-FFF2-40B4-BE49-F238E27FC236}">
                <a16:creationId xmlns:a16="http://schemas.microsoft.com/office/drawing/2014/main" id="{F296005D-87CA-48DE-BF17-55D6F4DC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STAFF OPERATIONS</a:t>
            </a:r>
          </a:p>
        </p:txBody>
      </p:sp>
      <p:sp>
        <p:nvSpPr>
          <p:cNvPr id="2" name="page-title-40">
            <a:extLst xmlns:a="http://schemas.openxmlformats.org/drawingml/2006/main">
              <a:ext uri="{FF2B5EF4-FFF2-40B4-BE49-F238E27FC236}">
                <a16:creationId xmlns:a16="http://schemas.microsoft.com/office/drawing/2014/main" id="{195A8CA5-D18D-49CB-8ECB-86350887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695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Staff and roles</a:t>
            </a:r>
          </a:p>
        </p:txBody>
      </p:sp>
      <p:sp>
        <p:nvSpPr>
          <p:cNvPr id="3" name="page-route-40">
            <a:extLst xmlns:a="http://schemas.openxmlformats.org/drawingml/2006/main">
              <a:ext uri="{FF2B5EF4-FFF2-40B4-BE49-F238E27FC236}">
                <a16:creationId xmlns:a16="http://schemas.microsoft.com/office/drawing/2014/main" id="{B556B4E5-8EC6-4C62-9093-61492A4E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/admin/staff</a:t>
            </a:r>
          </a:p>
        </p:txBody>
      </p:sp>
      <p:sp>
        <p:nvSpPr>
          <p:cNvPr id="4" name="page-screen-frame-40">
            <a:extLst xmlns:a="http://schemas.openxmlformats.org/drawingml/2006/main">
              <a:ext uri="{FF2B5EF4-FFF2-40B4-BE49-F238E27FC236}">
                <a16:creationId xmlns:a16="http://schemas.microsoft.com/office/drawing/2014/main" id="{1BA0CBB4-C2D9-4465-AF88-8ED4CAAE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124700" cy="401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849ee932942fc"/>
          <a:stretch xmlns:a="http://schemas.openxmlformats.org/drawingml/2006/main"/>
        </p:blipFill>
        <p:spPr>
          <a:xfrm xmlns:a="http://schemas.openxmlformats.org/drawingml/2006/main">
            <a:off x="400124" y="1809750"/>
            <a:ext cx="7124553" cy="4010025"/>
          </a:xfrm>
          <a:prstGeom xmlns:a="http://schemas.openxmlformats.org/drawingml/2006/main" prst="rect">
            <a:avLst/>
          </a:prstGeom>
        </p:spPr>
      </p:pic>
      <p:sp>
        <p:nvSpPr>
          <p:cNvPr id="6" name="page-purpose-40">
            <a:extLst xmlns:a="http://schemas.openxmlformats.org/drawingml/2006/main">
              <a:ext uri="{FF2B5EF4-FFF2-40B4-BE49-F238E27FC236}">
                <a16:creationId xmlns:a16="http://schemas.microsoft.com/office/drawing/2014/main" id="{59352773-49A2-40CA-9087-AECB07B7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85800"/>
            <a:ext cx="371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Shows fixed roles, account status and active workload.</a:t>
            </a:r>
          </a:p>
        </p:txBody>
      </p:sp>
      <p:sp>
        <p:nvSpPr>
          <p:cNvPr id="7" name="demo-label-40">
            <a:extLst xmlns:a="http://schemas.openxmlformats.org/drawingml/2006/main">
              <a:ext uri="{FF2B5EF4-FFF2-40B4-BE49-F238E27FC236}">
                <a16:creationId xmlns:a16="http://schemas.microsoft.com/office/drawing/2014/main" id="{4F76A967-696F-43BD-B6DD-9CD5D793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62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8" name="demo-index-40-0">
            <a:extLst xmlns:a="http://schemas.openxmlformats.org/drawingml/2006/main">
              <a:ext uri="{FF2B5EF4-FFF2-40B4-BE49-F238E27FC236}">
                <a16:creationId xmlns:a16="http://schemas.microsoft.com/office/drawing/2014/main" id="{80433DC9-A2D7-48FB-827E-FF6E9D51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demo-item-40-0">
            <a:extLst xmlns:a="http://schemas.openxmlformats.org/drawingml/2006/main">
              <a:ext uri="{FF2B5EF4-FFF2-40B4-BE49-F238E27FC236}">
                <a16:creationId xmlns:a16="http://schemas.microsoft.com/office/drawing/2014/main" id="{CDAFAE20-D18E-4EDC-B2D7-B3076104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Consultant, operations, manager and administrator roles</a:t>
            </a:r>
          </a:p>
        </p:txBody>
      </p:sp>
      <p:sp>
        <p:nvSpPr>
          <p:cNvPr id="10" name="demo-index-40-1">
            <a:extLst xmlns:a="http://schemas.openxmlformats.org/drawingml/2006/main">
              <a:ext uri="{FF2B5EF4-FFF2-40B4-BE49-F238E27FC236}">
                <a16:creationId xmlns:a16="http://schemas.microsoft.com/office/drawing/2014/main" id="{0EAE817C-9E9C-40EC-B860-FF3B439D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765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demo-item-40-1">
            <a:extLst xmlns:a="http://schemas.openxmlformats.org/drawingml/2006/main">
              <a:ext uri="{FF2B5EF4-FFF2-40B4-BE49-F238E27FC236}">
                <a16:creationId xmlns:a16="http://schemas.microsoft.com/office/drawing/2014/main" id="{5CCD459F-0F7A-4625-91F8-B17F77EF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384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Active, invited and suspended access states</a:t>
            </a:r>
          </a:p>
        </p:txBody>
      </p:sp>
      <p:sp>
        <p:nvSpPr>
          <p:cNvPr id="12" name="demo-index-40-2">
            <a:extLst xmlns:a="http://schemas.openxmlformats.org/drawingml/2006/main">
              <a:ext uri="{FF2B5EF4-FFF2-40B4-BE49-F238E27FC236}">
                <a16:creationId xmlns:a16="http://schemas.microsoft.com/office/drawing/2014/main" id="{877A2541-F62F-4D0A-AC7B-874B70B7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290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demo-item-40-2">
            <a:extLst xmlns:a="http://schemas.openxmlformats.org/drawingml/2006/main">
              <a:ext uri="{FF2B5EF4-FFF2-40B4-BE49-F238E27FC236}">
                <a16:creationId xmlns:a16="http://schemas.microsoft.com/office/drawing/2014/main" id="{89DF99C5-E4FC-4D77-AF8A-7679D505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909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Role-gated administration</a:t>
            </a:r>
          </a:p>
        </p:txBody>
      </p:sp>
      <p:sp>
        <p:nvSpPr>
          <p:cNvPr id="14" name="value-rule-40">
            <a:extLst xmlns:a="http://schemas.openxmlformats.org/drawingml/2006/main">
              <a:ext uri="{FF2B5EF4-FFF2-40B4-BE49-F238E27FC236}">
                <a16:creationId xmlns:a16="http://schemas.microsoft.com/office/drawing/2014/main" id="{215DB1FB-DB74-41E7-97FF-CAA32DCA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911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alue-label-40">
            <a:extLst xmlns:a="http://schemas.openxmlformats.org/drawingml/2006/main">
              <a:ext uri="{FF2B5EF4-FFF2-40B4-BE49-F238E27FC236}">
                <a16:creationId xmlns:a16="http://schemas.microsoft.com/office/drawing/2014/main" id="{74553B88-9C51-4AF0-B369-7F2C7AE4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911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6" name="value-text-40">
            <a:extLst xmlns:a="http://schemas.openxmlformats.org/drawingml/2006/main">
              <a:ext uri="{FF2B5EF4-FFF2-40B4-BE49-F238E27FC236}">
                <a16:creationId xmlns:a16="http://schemas.microsoft.com/office/drawing/2014/main" id="{A83F0347-FAB8-4B83-86E5-760BE1F8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381625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Provides a clear first-version permission model.</a:t>
            </a:r>
          </a:p>
        </p:txBody>
      </p:sp>
      <p:sp>
        <p:nvSpPr>
          <p:cNvPr id="17" name="footer-section-40">
            <a:extLst xmlns:a="http://schemas.openxmlformats.org/drawingml/2006/main">
              <a:ext uri="{FF2B5EF4-FFF2-40B4-BE49-F238E27FC236}">
                <a16:creationId xmlns:a16="http://schemas.microsoft.com/office/drawing/2014/main" id="{217F0299-D2B0-4FB4-A04D-22DADAED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STAFF OPERATIONS</a:t>
            </a:r>
          </a:p>
        </p:txBody>
      </p:sp>
      <p:sp>
        <p:nvSpPr>
          <p:cNvPr id="18" name="footer-number-40">
            <a:extLst xmlns:a="http://schemas.openxmlformats.org/drawingml/2006/main">
              <a:ext uri="{FF2B5EF4-FFF2-40B4-BE49-F238E27FC236}">
                <a16:creationId xmlns:a16="http://schemas.microsoft.com/office/drawing/2014/main" id="{A2190D96-A872-45AE-B194-9A9611AE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89615565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41">
            <a:extLst xmlns:a="http://schemas.openxmlformats.org/drawingml/2006/main">
              <a:ext uri="{FF2B5EF4-FFF2-40B4-BE49-F238E27FC236}">
                <a16:creationId xmlns:a16="http://schemas.microsoft.com/office/drawing/2014/main" id="{D19CA0BB-7AE4-48C0-88C4-56E01C83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STAFF OPERATIONS</a:t>
            </a:r>
          </a:p>
        </p:txBody>
      </p:sp>
      <p:sp>
        <p:nvSpPr>
          <p:cNvPr id="2" name="page-title-41">
            <a:extLst xmlns:a="http://schemas.openxmlformats.org/drawingml/2006/main">
              <a:ext uri="{FF2B5EF4-FFF2-40B4-BE49-F238E27FC236}">
                <a16:creationId xmlns:a16="http://schemas.microsoft.com/office/drawing/2014/main" id="{A1E9CDF0-5463-4DDE-9D8B-B4B6CA36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Audit history</a:t>
            </a:r>
          </a:p>
        </p:txBody>
      </p:sp>
      <p:sp>
        <p:nvSpPr>
          <p:cNvPr id="3" name="page-route-41">
            <a:extLst xmlns:a="http://schemas.openxmlformats.org/drawingml/2006/main">
              <a:ext uri="{FF2B5EF4-FFF2-40B4-BE49-F238E27FC236}">
                <a16:creationId xmlns:a16="http://schemas.microsoft.com/office/drawing/2014/main" id="{4D9E6A1F-D58C-473A-995F-37B9419D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/admin/audit</a:t>
            </a:r>
          </a:p>
        </p:txBody>
      </p:sp>
      <p:sp>
        <p:nvSpPr>
          <p:cNvPr id="4" name="page-purpose-41">
            <a:extLst xmlns:a="http://schemas.openxmlformats.org/drawingml/2006/main">
              <a:ext uri="{FF2B5EF4-FFF2-40B4-BE49-F238E27FC236}">
                <a16:creationId xmlns:a16="http://schemas.microsoft.com/office/drawing/2014/main" id="{EC90EF82-19A2-4632-A6F5-9642673D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Provides a searchable record of sensitive reveals and mutations.</a:t>
            </a:r>
          </a:p>
        </p:txBody>
      </p:sp>
      <p:sp>
        <p:nvSpPr>
          <p:cNvPr id="5" name="demo-label-41">
            <a:extLst xmlns:a="http://schemas.openxmlformats.org/drawingml/2006/main">
              <a:ext uri="{FF2B5EF4-FFF2-40B4-BE49-F238E27FC236}">
                <a16:creationId xmlns:a16="http://schemas.microsoft.com/office/drawing/2014/main" id="{35CF4296-C61A-4D60-A590-477CA250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6" name="demo-index-41-0">
            <a:extLst xmlns:a="http://schemas.openxmlformats.org/drawingml/2006/main">
              <a:ext uri="{FF2B5EF4-FFF2-40B4-BE49-F238E27FC236}">
                <a16:creationId xmlns:a16="http://schemas.microsoft.com/office/drawing/2014/main" id="{C4A1264C-2C1F-4D2F-82AD-DE1483E6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demo-item-41-0">
            <a:extLst xmlns:a="http://schemas.openxmlformats.org/drawingml/2006/main">
              <a:ext uri="{FF2B5EF4-FFF2-40B4-BE49-F238E27FC236}">
                <a16:creationId xmlns:a16="http://schemas.microsoft.com/office/drawing/2014/main" id="{A06AFE2F-860F-4625-BBED-D10FEF56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Actor, time, reason and affected object</a:t>
            </a:r>
          </a:p>
        </p:txBody>
      </p:sp>
      <p:sp>
        <p:nvSpPr>
          <p:cNvPr id="8" name="demo-index-41-1">
            <a:extLst xmlns:a="http://schemas.openxmlformats.org/drawingml/2006/main">
              <a:ext uri="{FF2B5EF4-FFF2-40B4-BE49-F238E27FC236}">
                <a16:creationId xmlns:a16="http://schemas.microsoft.com/office/drawing/2014/main" id="{7937A73C-97A9-4E49-8A0F-A22AFB7E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demo-item-41-1">
            <a:extLst xmlns:a="http://schemas.openxmlformats.org/drawingml/2006/main">
              <a:ext uri="{FF2B5EF4-FFF2-40B4-BE49-F238E27FC236}">
                <a16:creationId xmlns:a16="http://schemas.microsoft.com/office/drawing/2014/main" id="{042EE9AD-F7F3-4961-9C93-1D196F4C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Before-and-after context where applicable</a:t>
            </a:r>
          </a:p>
        </p:txBody>
      </p:sp>
      <p:sp>
        <p:nvSpPr>
          <p:cNvPr id="10" name="demo-index-41-2">
            <a:extLst xmlns:a="http://schemas.openxmlformats.org/drawingml/2006/main">
              <a:ext uri="{FF2B5EF4-FFF2-40B4-BE49-F238E27FC236}">
                <a16:creationId xmlns:a16="http://schemas.microsoft.com/office/drawing/2014/main" id="{F73EC514-457A-44A3-A769-4806091C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demo-item-41-2">
            <a:extLst xmlns:a="http://schemas.openxmlformats.org/drawingml/2006/main">
              <a:ext uri="{FF2B5EF4-FFF2-40B4-BE49-F238E27FC236}">
                <a16:creationId xmlns:a16="http://schemas.microsoft.com/office/drawing/2014/main" id="{33338D73-A14C-4864-80E0-8AC40157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Profile, document, export and journey events</a:t>
            </a:r>
          </a:p>
        </p:txBody>
      </p:sp>
      <p:sp>
        <p:nvSpPr>
          <p:cNvPr id="12" name="value-rule-41">
            <a:extLst xmlns:a="http://schemas.openxmlformats.org/drawingml/2006/main">
              <a:ext uri="{FF2B5EF4-FFF2-40B4-BE49-F238E27FC236}">
                <a16:creationId xmlns:a16="http://schemas.microsoft.com/office/drawing/2014/main" id="{26C6B067-5A9D-4B50-BCDC-5BA0CE6F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alue-label-41">
            <a:extLst xmlns:a="http://schemas.openxmlformats.org/drawingml/2006/main">
              <a:ext uri="{FF2B5EF4-FFF2-40B4-BE49-F238E27FC236}">
                <a16:creationId xmlns:a16="http://schemas.microsoft.com/office/drawing/2014/main" id="{03A4EDF6-154F-4841-81B8-1B8C4A6C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4" name="value-text-41">
            <a:extLst xmlns:a="http://schemas.openxmlformats.org/drawingml/2006/main">
              <a:ext uri="{FF2B5EF4-FFF2-40B4-BE49-F238E27FC236}">
                <a16:creationId xmlns:a16="http://schemas.microsoft.com/office/drawing/2014/main" id="{6D5DEB15-9914-466F-AA2C-B0BFBA1F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Makes privileged access and operational changes accountable.</a:t>
            </a:r>
          </a:p>
        </p:txBody>
      </p:sp>
      <p:sp>
        <p:nvSpPr>
          <p:cNvPr id="15" name="page-screen-frame-41">
            <a:extLst xmlns:a="http://schemas.openxmlformats.org/drawingml/2006/main">
              <a:ext uri="{FF2B5EF4-FFF2-40B4-BE49-F238E27FC236}">
                <a16:creationId xmlns:a16="http://schemas.microsoft.com/office/drawing/2014/main" id="{202BAB2A-ED8A-48C0-8EAD-F4D00A37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0050"/>
            <a:ext cx="621030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9176fc19454eae"/>
          <a:stretch xmlns:a="http://schemas.openxmlformats.org/drawingml/2006/main"/>
        </p:blipFill>
        <p:spPr>
          <a:xfrm xmlns:a="http://schemas.openxmlformats.org/drawingml/2006/main">
            <a:off x="5581650" y="1000242"/>
            <a:ext cx="6210300" cy="3495442"/>
          </a:xfrm>
          <a:prstGeom xmlns:a="http://schemas.openxmlformats.org/drawingml/2006/main" prst="rect">
            <a:avLst/>
          </a:prstGeom>
        </p:spPr>
      </p:pic>
      <p:sp>
        <p:nvSpPr>
          <p:cNvPr id="17" name="footer-section-41">
            <a:extLst xmlns:a="http://schemas.openxmlformats.org/drawingml/2006/main">
              <a:ext uri="{FF2B5EF4-FFF2-40B4-BE49-F238E27FC236}">
                <a16:creationId xmlns:a16="http://schemas.microsoft.com/office/drawing/2014/main" id="{DDE0BDEB-D86D-425B-8E17-DDDACFD5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STAFF OPERATIONS</a:t>
            </a:r>
          </a:p>
        </p:txBody>
      </p:sp>
      <p:sp>
        <p:nvSpPr>
          <p:cNvPr id="18" name="footer-number-41">
            <a:extLst xmlns:a="http://schemas.openxmlformats.org/drawingml/2006/main">
              <a:ext uri="{FF2B5EF4-FFF2-40B4-BE49-F238E27FC236}">
                <a16:creationId xmlns:a16="http://schemas.microsoft.com/office/drawing/2014/main" id="{EE34C468-2972-4CA0-B80A-9FFC498E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99802227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42">
            <a:extLst xmlns:a="http://schemas.openxmlformats.org/drawingml/2006/main">
              <a:ext uri="{FF2B5EF4-FFF2-40B4-BE49-F238E27FC236}">
                <a16:creationId xmlns:a16="http://schemas.microsoft.com/office/drawing/2014/main" id="{C0EC1EBA-10F5-4625-89A3-10BE3AA6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STAFF OPERATIONS</a:t>
            </a:r>
          </a:p>
        </p:txBody>
      </p:sp>
      <p:sp>
        <p:nvSpPr>
          <p:cNvPr id="2" name="page-title-42">
            <a:extLst xmlns:a="http://schemas.openxmlformats.org/drawingml/2006/main">
              <a:ext uri="{FF2B5EF4-FFF2-40B4-BE49-F238E27FC236}">
                <a16:creationId xmlns:a16="http://schemas.microsoft.com/office/drawing/2014/main" id="{708441FD-E952-48DD-8795-446BA14D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695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System settings</a:t>
            </a:r>
          </a:p>
        </p:txBody>
      </p:sp>
      <p:sp>
        <p:nvSpPr>
          <p:cNvPr id="3" name="page-route-42">
            <a:extLst xmlns:a="http://schemas.openxmlformats.org/drawingml/2006/main">
              <a:ext uri="{FF2B5EF4-FFF2-40B4-BE49-F238E27FC236}">
                <a16:creationId xmlns:a16="http://schemas.microsoft.com/office/drawing/2014/main" id="{6246A2CC-052B-4A1D-B516-3B032F33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/admin/settings</a:t>
            </a:r>
          </a:p>
        </p:txBody>
      </p:sp>
      <p:sp>
        <p:nvSpPr>
          <p:cNvPr id="4" name="page-screen-frame-42">
            <a:extLst xmlns:a="http://schemas.openxmlformats.org/drawingml/2006/main">
              <a:ext uri="{FF2B5EF4-FFF2-40B4-BE49-F238E27FC236}">
                <a16:creationId xmlns:a16="http://schemas.microsoft.com/office/drawing/2014/main" id="{EDCFB403-6AD0-4044-82AE-04802C08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124700" cy="401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f24b3642794b21"/>
          <a:stretch xmlns:a="http://schemas.openxmlformats.org/drawingml/2006/main"/>
        </p:blipFill>
        <p:spPr>
          <a:xfrm xmlns:a="http://schemas.openxmlformats.org/drawingml/2006/main">
            <a:off x="400124" y="1809750"/>
            <a:ext cx="7124553" cy="4010025"/>
          </a:xfrm>
          <a:prstGeom xmlns:a="http://schemas.openxmlformats.org/drawingml/2006/main" prst="rect">
            <a:avLst/>
          </a:prstGeom>
        </p:spPr>
      </p:pic>
      <p:sp>
        <p:nvSpPr>
          <p:cNvPr id="6" name="page-purpose-42">
            <a:extLst xmlns:a="http://schemas.openxmlformats.org/drawingml/2006/main">
              <a:ext uri="{FF2B5EF4-FFF2-40B4-BE49-F238E27FC236}">
                <a16:creationId xmlns:a16="http://schemas.microsoft.com/office/drawing/2014/main" id="{896EACF7-B0AE-4295-980A-57A06C3E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85800"/>
            <a:ext cx="371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Centralizes notification templates, consent versions, journey rules and integrations.</a:t>
            </a:r>
          </a:p>
        </p:txBody>
      </p:sp>
      <p:sp>
        <p:nvSpPr>
          <p:cNvPr id="7" name="demo-label-42">
            <a:extLst xmlns:a="http://schemas.openxmlformats.org/drawingml/2006/main">
              <a:ext uri="{FF2B5EF4-FFF2-40B4-BE49-F238E27FC236}">
                <a16:creationId xmlns:a16="http://schemas.microsoft.com/office/drawing/2014/main" id="{E797DAEA-9B0B-4D55-A504-AC930F36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62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8" name="demo-index-42-0">
            <a:extLst xmlns:a="http://schemas.openxmlformats.org/drawingml/2006/main">
              <a:ext uri="{FF2B5EF4-FFF2-40B4-BE49-F238E27FC236}">
                <a16:creationId xmlns:a16="http://schemas.microsoft.com/office/drawing/2014/main" id="{94830824-3F51-4FB2-B083-464E07F6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demo-item-42-0">
            <a:extLst xmlns:a="http://schemas.openxmlformats.org/drawingml/2006/main">
              <a:ext uri="{FF2B5EF4-FFF2-40B4-BE49-F238E27FC236}">
                <a16:creationId xmlns:a16="http://schemas.microsoft.com/office/drawing/2014/main" id="{9A6C34D2-6E21-464C-A1E5-47FDE796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Versioned customer wording</a:t>
            </a:r>
          </a:p>
        </p:txBody>
      </p:sp>
      <p:sp>
        <p:nvSpPr>
          <p:cNvPr id="10" name="demo-index-42-1">
            <a:extLst xmlns:a="http://schemas.openxmlformats.org/drawingml/2006/main">
              <a:ext uri="{FF2B5EF4-FFF2-40B4-BE49-F238E27FC236}">
                <a16:creationId xmlns:a16="http://schemas.microsoft.com/office/drawing/2014/main" id="{9188F824-BC35-4C12-8F5F-F564BD79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765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demo-item-42-1">
            <a:extLst xmlns:a="http://schemas.openxmlformats.org/drawingml/2006/main">
              <a:ext uri="{FF2B5EF4-FFF2-40B4-BE49-F238E27FC236}">
                <a16:creationId xmlns:a16="http://schemas.microsoft.com/office/drawing/2014/main" id="{60C067C8-AD6B-4BB0-922B-76B3AE6C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384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Operational defaults and transition rules</a:t>
            </a:r>
          </a:p>
        </p:txBody>
      </p:sp>
      <p:sp>
        <p:nvSpPr>
          <p:cNvPr id="12" name="demo-index-42-2">
            <a:extLst xmlns:a="http://schemas.openxmlformats.org/drawingml/2006/main">
              <a:ext uri="{FF2B5EF4-FFF2-40B4-BE49-F238E27FC236}">
                <a16:creationId xmlns:a16="http://schemas.microsoft.com/office/drawing/2014/main" id="{61692C08-E8A1-4255-A388-FDEEA8AC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290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demo-item-42-2">
            <a:extLst xmlns:a="http://schemas.openxmlformats.org/drawingml/2006/main">
              <a:ext uri="{FF2B5EF4-FFF2-40B4-BE49-F238E27FC236}">
                <a16:creationId xmlns:a16="http://schemas.microsoft.com/office/drawing/2014/main" id="{6F8C89FE-0137-48D8-8065-1C8B5A96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909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Integration status and administrative ownership</a:t>
            </a:r>
          </a:p>
        </p:txBody>
      </p:sp>
      <p:sp>
        <p:nvSpPr>
          <p:cNvPr id="14" name="value-rule-42">
            <a:extLst xmlns:a="http://schemas.openxmlformats.org/drawingml/2006/main">
              <a:ext uri="{FF2B5EF4-FFF2-40B4-BE49-F238E27FC236}">
                <a16:creationId xmlns:a16="http://schemas.microsoft.com/office/drawing/2014/main" id="{8C80F2B4-FF1F-494C-9083-4F745167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911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alue-label-42">
            <a:extLst xmlns:a="http://schemas.openxmlformats.org/drawingml/2006/main">
              <a:ext uri="{FF2B5EF4-FFF2-40B4-BE49-F238E27FC236}">
                <a16:creationId xmlns:a16="http://schemas.microsoft.com/office/drawing/2014/main" id="{9EAF9A5C-BF8F-497C-98A8-A3FAE3A2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911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6" name="value-text-42">
            <a:extLst xmlns:a="http://schemas.openxmlformats.org/drawingml/2006/main">
              <a:ext uri="{FF2B5EF4-FFF2-40B4-BE49-F238E27FC236}">
                <a16:creationId xmlns:a16="http://schemas.microsoft.com/office/drawing/2014/main" id="{5E2F818C-1BE1-4C35-879E-8239803D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381625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Keeps high-impact configuration separate from day-to-day case work.</a:t>
            </a:r>
          </a:p>
        </p:txBody>
      </p:sp>
      <p:sp>
        <p:nvSpPr>
          <p:cNvPr id="17" name="footer-section-42">
            <a:extLst xmlns:a="http://schemas.openxmlformats.org/drawingml/2006/main">
              <a:ext uri="{FF2B5EF4-FFF2-40B4-BE49-F238E27FC236}">
                <a16:creationId xmlns:a16="http://schemas.microsoft.com/office/drawing/2014/main" id="{7312279F-7A07-429A-970F-3C9F13F1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STAFF OPERATIONS</a:t>
            </a:r>
          </a:p>
        </p:txBody>
      </p:sp>
      <p:sp>
        <p:nvSpPr>
          <p:cNvPr id="18" name="footer-number-42">
            <a:extLst xmlns:a="http://schemas.openxmlformats.org/drawingml/2006/main">
              <a:ext uri="{FF2B5EF4-FFF2-40B4-BE49-F238E27FC236}">
                <a16:creationId xmlns:a16="http://schemas.microsoft.com/office/drawing/2014/main" id="{81E2CC39-D4D0-4168-9F46-7C8E72C5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9273217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kicker-43">
            <a:extLst xmlns:a="http://schemas.openxmlformats.org/drawingml/2006/main">
              <a:ext uri="{FF2B5EF4-FFF2-40B4-BE49-F238E27FC236}">
                <a16:creationId xmlns:a16="http://schemas.microsoft.com/office/drawing/2014/main" id="{2EA7F581-31A1-4BC1-AF59-ED196002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43</a:t>
            </a:r>
          </a:p>
        </p:txBody>
      </p:sp>
      <p:sp>
        <p:nvSpPr>
          <p:cNvPr id="2" name="section-title-43">
            <a:extLst xmlns:a="http://schemas.openxmlformats.org/drawingml/2006/main">
              <a:ext uri="{FF2B5EF4-FFF2-40B4-BE49-F238E27FC236}">
                <a16:creationId xmlns:a16="http://schemas.microsoft.com/office/drawing/2014/main" id="{51215887-C509-4656-87B8-F65AD1B2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8858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Every specialist works from the same accountable case.</a:t>
            </a:r>
          </a:p>
        </p:txBody>
      </p:sp>
      <p:sp>
        <p:nvSpPr>
          <p:cNvPr id="3" name="section-body-43">
            <a:extLst xmlns:a="http://schemas.openxmlformats.org/drawingml/2006/main">
              <a:ext uri="{FF2B5EF4-FFF2-40B4-BE49-F238E27FC236}">
                <a16:creationId xmlns:a16="http://schemas.microsoft.com/office/drawing/2014/main" id="{84658B7C-1AC0-45CC-95AF-32D46D0B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Show validated transitions, profile snapshots, documents, vehicles, providers and audit history.</a:t>
            </a:r>
          </a:p>
        </p:txBody>
      </p:sp>
      <p:sp>
        <p:nvSpPr>
          <p:cNvPr id="4" name="section-block-43">
            <a:extLst xmlns:a="http://schemas.openxmlformats.org/drawingml/2006/main">
              <a:ext uri="{FF2B5EF4-FFF2-40B4-BE49-F238E27FC236}">
                <a16:creationId xmlns:a16="http://schemas.microsoft.com/office/drawing/2014/main" id="{D7B88D3A-D802-4A20-B92E-707E7A45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00050"/>
            <a:ext cx="180975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-vertical-43">
            <a:extLst xmlns:a="http://schemas.openxmlformats.org/drawingml/2006/main">
              <a:ext uri="{FF2B5EF4-FFF2-40B4-BE49-F238E27FC236}">
                <a16:creationId xmlns:a16="http://schemas.microsoft.com/office/drawing/2014/main" id="{F41C4543-0674-45AF-953E-87E21C1D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686300"/>
            <a:ext cx="114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CASE WORKSPACE</a:t>
            </a:r>
          </a:p>
        </p:txBody>
      </p:sp>
      <p:sp>
        <p:nvSpPr>
          <p:cNvPr id="6" name="footer-section-43">
            <a:extLst xmlns:a="http://schemas.openxmlformats.org/drawingml/2006/main">
              <a:ext uri="{FF2B5EF4-FFF2-40B4-BE49-F238E27FC236}">
                <a16:creationId xmlns:a16="http://schemas.microsoft.com/office/drawing/2014/main" id="{D24C756A-74F0-412D-BC51-F973003B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CASE WORKSPACE</a:t>
            </a:r>
          </a:p>
        </p:txBody>
      </p:sp>
      <p:sp>
        <p:nvSpPr>
          <p:cNvPr id="7" name="footer-number-43">
            <a:extLst xmlns:a="http://schemas.openxmlformats.org/drawingml/2006/main">
              <a:ext uri="{FF2B5EF4-FFF2-40B4-BE49-F238E27FC236}">
                <a16:creationId xmlns:a16="http://schemas.microsoft.com/office/drawing/2014/main" id="{63B6DC3A-4578-4433-B570-7A6ED7B6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07407510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44">
            <a:extLst xmlns:a="http://schemas.openxmlformats.org/drawingml/2006/main">
              <a:ext uri="{FF2B5EF4-FFF2-40B4-BE49-F238E27FC236}">
                <a16:creationId xmlns:a16="http://schemas.microsoft.com/office/drawing/2014/main" id="{36767C60-CF8C-4C98-BFA0-BB99956E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CASE WORKSPACE</a:t>
            </a:r>
          </a:p>
        </p:txBody>
      </p:sp>
      <p:sp>
        <p:nvSpPr>
          <p:cNvPr id="2" name="page-title-44">
            <a:extLst xmlns:a="http://schemas.openxmlformats.org/drawingml/2006/main">
              <a:ext uri="{FF2B5EF4-FFF2-40B4-BE49-F238E27FC236}">
                <a16:creationId xmlns:a16="http://schemas.microsoft.com/office/drawing/2014/main" id="{C5762F50-FCB9-457B-B7E2-08D26AB5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Case overview</a:t>
            </a:r>
          </a:p>
        </p:txBody>
      </p:sp>
      <p:sp>
        <p:nvSpPr>
          <p:cNvPr id="3" name="page-purpose-44">
            <a:extLst xmlns:a="http://schemas.openxmlformats.org/drawingml/2006/main">
              <a:ext uri="{FF2B5EF4-FFF2-40B4-BE49-F238E27FC236}">
                <a16:creationId xmlns:a16="http://schemas.microsoft.com/office/drawing/2014/main" id="{FA3CFD5B-232D-4E89-B01D-FFD11F91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666750"/>
            <a:ext cx="5162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Shows the immediate operational state and accountability.</a:t>
            </a:r>
          </a:p>
        </p:txBody>
      </p:sp>
      <p:sp>
        <p:nvSpPr>
          <p:cNvPr id="4" name="page-screen-frame-44">
            <a:extLst xmlns:a="http://schemas.openxmlformats.org/drawingml/2006/main">
              <a:ext uri="{FF2B5EF4-FFF2-40B4-BE49-F238E27FC236}">
                <a16:creationId xmlns:a16="http://schemas.microsoft.com/office/drawing/2014/main" id="{13A08FEF-6EC5-42F1-9747-A2D10CFA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72390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f4347225634bb8"/>
          <a:stretch xmlns:a="http://schemas.openxmlformats.org/drawingml/2006/main"/>
        </p:blipFill>
        <p:spPr>
          <a:xfrm xmlns:a="http://schemas.openxmlformats.org/drawingml/2006/main">
            <a:off x="400050" y="1487029"/>
            <a:ext cx="7239000" cy="4074441"/>
          </a:xfrm>
          <a:prstGeom xmlns:a="http://schemas.openxmlformats.org/drawingml/2006/main" prst="rect">
            <a:avLst/>
          </a:prstGeom>
        </p:spPr>
      </p:pic>
      <p:sp>
        <p:nvSpPr>
          <p:cNvPr id="6" name="demo-label-44">
            <a:extLst xmlns:a="http://schemas.openxmlformats.org/drawingml/2006/main">
              <a:ext uri="{FF2B5EF4-FFF2-40B4-BE49-F238E27FC236}">
                <a16:creationId xmlns:a16="http://schemas.microsoft.com/office/drawing/2014/main" id="{1F379243-CC37-45E7-BFF3-AD56EE0B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192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7" name="demo-index-44-0">
            <a:extLst xmlns:a="http://schemas.openxmlformats.org/drawingml/2006/main">
              <a:ext uri="{FF2B5EF4-FFF2-40B4-BE49-F238E27FC236}">
                <a16:creationId xmlns:a16="http://schemas.microsoft.com/office/drawing/2014/main" id="{5B760ADE-10D7-4A85-B068-A490E331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812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demo-item-44-0">
            <a:extLst xmlns:a="http://schemas.openxmlformats.org/drawingml/2006/main">
              <a:ext uri="{FF2B5EF4-FFF2-40B4-BE49-F238E27FC236}">
                <a16:creationId xmlns:a16="http://schemas.microsoft.com/office/drawing/2014/main" id="{9DB386F1-2563-4801-95C6-C0DA8CD8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431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Persistent case header and validated transition action</a:t>
            </a:r>
          </a:p>
        </p:txBody>
      </p:sp>
      <p:sp>
        <p:nvSpPr>
          <p:cNvPr id="9" name="demo-index-44-1">
            <a:extLst xmlns:a="http://schemas.openxmlformats.org/drawingml/2006/main">
              <a:ext uri="{FF2B5EF4-FFF2-40B4-BE49-F238E27FC236}">
                <a16:creationId xmlns:a16="http://schemas.microsoft.com/office/drawing/2014/main" id="{851BC2F1-DCCF-4124-B744-F88C49F6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336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demo-item-44-1">
            <a:extLst xmlns:a="http://schemas.openxmlformats.org/drawingml/2006/main">
              <a:ext uri="{FF2B5EF4-FFF2-40B4-BE49-F238E27FC236}">
                <a16:creationId xmlns:a16="http://schemas.microsoft.com/office/drawing/2014/main" id="{193154D0-1B23-4E8E-94A6-AD983F1E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955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Tasks, documents and specialist assignments</a:t>
            </a:r>
          </a:p>
        </p:txBody>
      </p:sp>
      <p:sp>
        <p:nvSpPr>
          <p:cNvPr id="11" name="demo-index-44-2">
            <a:extLst xmlns:a="http://schemas.openxmlformats.org/drawingml/2006/main">
              <a:ext uri="{FF2B5EF4-FFF2-40B4-BE49-F238E27FC236}">
                <a16:creationId xmlns:a16="http://schemas.microsoft.com/office/drawing/2014/main" id="{8474F7B1-5205-4FE8-8B97-367CDDE5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861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demo-item-44-2">
            <a:extLst xmlns:a="http://schemas.openxmlformats.org/drawingml/2006/main">
              <a:ext uri="{FF2B5EF4-FFF2-40B4-BE49-F238E27FC236}">
                <a16:creationId xmlns:a16="http://schemas.microsoft.com/office/drawing/2014/main" id="{5B08A7DD-9813-4D6F-A3C7-2B56716C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480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Customer-visible next step and internal note area</a:t>
            </a:r>
          </a:p>
        </p:txBody>
      </p:sp>
      <p:sp>
        <p:nvSpPr>
          <p:cNvPr id="13" name="value-rule-44">
            <a:extLst xmlns:a="http://schemas.openxmlformats.org/drawingml/2006/main">
              <a:ext uri="{FF2B5EF4-FFF2-40B4-BE49-F238E27FC236}">
                <a16:creationId xmlns:a16="http://schemas.microsoft.com/office/drawing/2014/main" id="{7BE4C875-ABD3-4431-80F6-256440D0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863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value-label-44">
            <a:extLst xmlns:a="http://schemas.openxmlformats.org/drawingml/2006/main">
              <a:ext uri="{FF2B5EF4-FFF2-40B4-BE49-F238E27FC236}">
                <a16:creationId xmlns:a16="http://schemas.microsoft.com/office/drawing/2014/main" id="{AB74F890-027F-4C79-BF3E-584D6826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863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5" name="value-text-44">
            <a:extLst xmlns:a="http://schemas.openxmlformats.org/drawingml/2006/main">
              <a:ext uri="{FF2B5EF4-FFF2-40B4-BE49-F238E27FC236}">
                <a16:creationId xmlns:a16="http://schemas.microsoft.com/office/drawing/2014/main" id="{24EADE4F-B197-42C5-90EF-07B1F944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76800"/>
            <a:ext cx="3448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Keeps relationship ownership and operational ownership clear.</a:t>
            </a:r>
          </a:p>
        </p:txBody>
      </p:sp>
      <p:sp>
        <p:nvSpPr>
          <p:cNvPr id="16" name="page-route-44">
            <a:extLst xmlns:a="http://schemas.openxmlformats.org/drawingml/2006/main">
              <a:ext uri="{FF2B5EF4-FFF2-40B4-BE49-F238E27FC236}">
                <a16:creationId xmlns:a16="http://schemas.microsoft.com/office/drawing/2014/main" id="{2608517F-6995-4D82-9AA8-3D6E00C1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/admin/case/c1/overview</a:t>
            </a:r>
          </a:p>
        </p:txBody>
      </p:sp>
      <p:sp>
        <p:nvSpPr>
          <p:cNvPr id="17" name="footer-section-44">
            <a:extLst xmlns:a="http://schemas.openxmlformats.org/drawingml/2006/main">
              <a:ext uri="{FF2B5EF4-FFF2-40B4-BE49-F238E27FC236}">
                <a16:creationId xmlns:a16="http://schemas.microsoft.com/office/drawing/2014/main" id="{EA4AB309-4B89-4DD7-BCA4-30F788DE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CASE WORKSPACE</a:t>
            </a:r>
          </a:p>
        </p:txBody>
      </p:sp>
      <p:sp>
        <p:nvSpPr>
          <p:cNvPr id="18" name="footer-number-44">
            <a:extLst xmlns:a="http://schemas.openxmlformats.org/drawingml/2006/main">
              <a:ext uri="{FF2B5EF4-FFF2-40B4-BE49-F238E27FC236}">
                <a16:creationId xmlns:a16="http://schemas.microsoft.com/office/drawing/2014/main" id="{28FAA33E-C34E-4681-A109-671A1AA7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53482896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45">
            <a:extLst xmlns:a="http://schemas.openxmlformats.org/drawingml/2006/main">
              <a:ext uri="{FF2B5EF4-FFF2-40B4-BE49-F238E27FC236}">
                <a16:creationId xmlns:a16="http://schemas.microsoft.com/office/drawing/2014/main" id="{5D737011-A272-4958-BB77-B86EE2E8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CASE WORKSPACE</a:t>
            </a:r>
          </a:p>
        </p:txBody>
      </p:sp>
      <p:sp>
        <p:nvSpPr>
          <p:cNvPr id="2" name="page-title-45">
            <a:extLst xmlns:a="http://schemas.openxmlformats.org/drawingml/2006/main">
              <a:ext uri="{FF2B5EF4-FFF2-40B4-BE49-F238E27FC236}">
                <a16:creationId xmlns:a16="http://schemas.microsoft.com/office/drawing/2014/main" id="{C0AD9C07-95FC-481B-A997-1B8C731E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Internal journey view</a:t>
            </a:r>
          </a:p>
        </p:txBody>
      </p:sp>
      <p:sp>
        <p:nvSpPr>
          <p:cNvPr id="3" name="page-purpose-45">
            <a:extLst xmlns:a="http://schemas.openxmlformats.org/drawingml/2006/main">
              <a:ext uri="{FF2B5EF4-FFF2-40B4-BE49-F238E27FC236}">
                <a16:creationId xmlns:a16="http://schemas.microsoft.com/office/drawing/2014/main" id="{B9EC5D76-1D06-4371-8950-ABB863CE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666750"/>
            <a:ext cx="5162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Relates internal progress to the curated customer-visible tracker.</a:t>
            </a:r>
          </a:p>
        </p:txBody>
      </p:sp>
      <p:sp>
        <p:nvSpPr>
          <p:cNvPr id="4" name="page-screen-frame-45">
            <a:extLst xmlns:a="http://schemas.openxmlformats.org/drawingml/2006/main">
              <a:ext uri="{FF2B5EF4-FFF2-40B4-BE49-F238E27FC236}">
                <a16:creationId xmlns:a16="http://schemas.microsoft.com/office/drawing/2014/main" id="{D826AD8C-4F1F-4A45-8AC2-12F054A0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72390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806f85e9574902"/>
          <a:stretch xmlns:a="http://schemas.openxmlformats.org/drawingml/2006/main"/>
        </p:blipFill>
        <p:spPr>
          <a:xfrm xmlns:a="http://schemas.openxmlformats.org/drawingml/2006/main">
            <a:off x="400050" y="1487029"/>
            <a:ext cx="7239000" cy="4074441"/>
          </a:xfrm>
          <a:prstGeom xmlns:a="http://schemas.openxmlformats.org/drawingml/2006/main" prst="rect">
            <a:avLst/>
          </a:prstGeom>
        </p:spPr>
      </p:pic>
      <p:sp>
        <p:nvSpPr>
          <p:cNvPr id="6" name="demo-label-45">
            <a:extLst xmlns:a="http://schemas.openxmlformats.org/drawingml/2006/main">
              <a:ext uri="{FF2B5EF4-FFF2-40B4-BE49-F238E27FC236}">
                <a16:creationId xmlns:a16="http://schemas.microsoft.com/office/drawing/2014/main" id="{116CDA03-74BE-4A6A-9F3E-2A3A1CBD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192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7" name="demo-index-45-0">
            <a:extLst xmlns:a="http://schemas.openxmlformats.org/drawingml/2006/main">
              <a:ext uri="{FF2B5EF4-FFF2-40B4-BE49-F238E27FC236}">
                <a16:creationId xmlns:a16="http://schemas.microsoft.com/office/drawing/2014/main" id="{098A037C-B9F0-4A64-83A7-E129FE3F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812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demo-item-45-0">
            <a:extLst xmlns:a="http://schemas.openxmlformats.org/drawingml/2006/main">
              <a:ext uri="{FF2B5EF4-FFF2-40B4-BE49-F238E27FC236}">
                <a16:creationId xmlns:a16="http://schemas.microsoft.com/office/drawing/2014/main" id="{489DD273-F945-41AB-A107-B05D899E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431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Current operational stage</a:t>
            </a:r>
          </a:p>
        </p:txBody>
      </p:sp>
      <p:sp>
        <p:nvSpPr>
          <p:cNvPr id="9" name="demo-index-45-1">
            <a:extLst xmlns:a="http://schemas.openxmlformats.org/drawingml/2006/main">
              <a:ext uri="{FF2B5EF4-FFF2-40B4-BE49-F238E27FC236}">
                <a16:creationId xmlns:a16="http://schemas.microsoft.com/office/drawing/2014/main" id="{22AFA856-B44D-44B1-9688-5E28AEC5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336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demo-item-45-1">
            <a:extLst xmlns:a="http://schemas.openxmlformats.org/drawingml/2006/main">
              <a:ext uri="{FF2B5EF4-FFF2-40B4-BE49-F238E27FC236}">
                <a16:creationId xmlns:a16="http://schemas.microsoft.com/office/drawing/2014/main" id="{BB5337B6-4A4D-4E23-A55C-237EB9FF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955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Customer-safe journey stages</a:t>
            </a:r>
          </a:p>
        </p:txBody>
      </p:sp>
      <p:sp>
        <p:nvSpPr>
          <p:cNvPr id="11" name="demo-index-45-2">
            <a:extLst xmlns:a="http://schemas.openxmlformats.org/drawingml/2006/main">
              <a:ext uri="{FF2B5EF4-FFF2-40B4-BE49-F238E27FC236}">
                <a16:creationId xmlns:a16="http://schemas.microsoft.com/office/drawing/2014/main" id="{FB18D7EF-E2ED-4D52-9F07-F7DAEDAB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861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demo-item-45-2">
            <a:extLst xmlns:a="http://schemas.openxmlformats.org/drawingml/2006/main">
              <a:ext uri="{FF2B5EF4-FFF2-40B4-BE49-F238E27FC236}">
                <a16:creationId xmlns:a16="http://schemas.microsoft.com/office/drawing/2014/main" id="{48984D04-6879-4C54-A71C-A7CBF1F8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480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Validated transition with notification preview</a:t>
            </a:r>
          </a:p>
        </p:txBody>
      </p:sp>
      <p:sp>
        <p:nvSpPr>
          <p:cNvPr id="13" name="value-rule-45">
            <a:extLst xmlns:a="http://schemas.openxmlformats.org/drawingml/2006/main">
              <a:ext uri="{FF2B5EF4-FFF2-40B4-BE49-F238E27FC236}">
                <a16:creationId xmlns:a16="http://schemas.microsoft.com/office/drawing/2014/main" id="{774C60C4-8E18-4FA1-A269-4C846036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863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value-label-45">
            <a:extLst xmlns:a="http://schemas.openxmlformats.org/drawingml/2006/main">
              <a:ext uri="{FF2B5EF4-FFF2-40B4-BE49-F238E27FC236}">
                <a16:creationId xmlns:a16="http://schemas.microsoft.com/office/drawing/2014/main" id="{964C9694-8363-4A8E-ABC9-8CA38437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863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5" name="value-text-45">
            <a:extLst xmlns:a="http://schemas.openxmlformats.org/drawingml/2006/main">
              <a:ext uri="{FF2B5EF4-FFF2-40B4-BE49-F238E27FC236}">
                <a16:creationId xmlns:a16="http://schemas.microsoft.com/office/drawing/2014/main" id="{BCEAE2B9-D0CF-4B23-B940-A602E961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76800"/>
            <a:ext cx="3448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Prevents raw operational outcomes from leaking into the customer experience.</a:t>
            </a:r>
          </a:p>
        </p:txBody>
      </p:sp>
      <p:sp>
        <p:nvSpPr>
          <p:cNvPr id="16" name="page-route-45">
            <a:extLst xmlns:a="http://schemas.openxmlformats.org/drawingml/2006/main">
              <a:ext uri="{FF2B5EF4-FFF2-40B4-BE49-F238E27FC236}">
                <a16:creationId xmlns:a16="http://schemas.microsoft.com/office/drawing/2014/main" id="{2BDA94EF-60A6-448F-80DE-36C25274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/admin/case/c1/journey</a:t>
            </a:r>
          </a:p>
        </p:txBody>
      </p:sp>
      <p:sp>
        <p:nvSpPr>
          <p:cNvPr id="17" name="footer-section-45">
            <a:extLst xmlns:a="http://schemas.openxmlformats.org/drawingml/2006/main">
              <a:ext uri="{FF2B5EF4-FFF2-40B4-BE49-F238E27FC236}">
                <a16:creationId xmlns:a16="http://schemas.microsoft.com/office/drawing/2014/main" id="{C3AD14F4-021B-4D88-84F6-FC8E3CDF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CASE WORKSPACE</a:t>
            </a:r>
          </a:p>
        </p:txBody>
      </p:sp>
      <p:sp>
        <p:nvSpPr>
          <p:cNvPr id="18" name="footer-number-45">
            <a:extLst xmlns:a="http://schemas.openxmlformats.org/drawingml/2006/main">
              <a:ext uri="{FF2B5EF4-FFF2-40B4-BE49-F238E27FC236}">
                <a16:creationId xmlns:a16="http://schemas.microsoft.com/office/drawing/2014/main" id="{FE3B14FE-810C-4837-9E09-2240A6BA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77429230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46">
            <a:extLst xmlns:a="http://schemas.openxmlformats.org/drawingml/2006/main">
              <a:ext uri="{FF2B5EF4-FFF2-40B4-BE49-F238E27FC236}">
                <a16:creationId xmlns:a16="http://schemas.microsoft.com/office/drawing/2014/main" id="{D1211F56-1FF5-41D1-885C-0C024ED8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CASE WORKSPACE</a:t>
            </a:r>
          </a:p>
        </p:txBody>
      </p:sp>
      <p:sp>
        <p:nvSpPr>
          <p:cNvPr id="2" name="page-title-46">
            <a:extLst xmlns:a="http://schemas.openxmlformats.org/drawingml/2006/main">
              <a:ext uri="{FF2B5EF4-FFF2-40B4-BE49-F238E27FC236}">
                <a16:creationId xmlns:a16="http://schemas.microsoft.com/office/drawing/2014/main" id="{601131D5-3ACA-4312-9F8E-C22A1527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Profile snapshot</a:t>
            </a:r>
          </a:p>
        </p:txBody>
      </p:sp>
      <p:sp>
        <p:nvSpPr>
          <p:cNvPr id="3" name="page-purpose-46">
            <a:extLst xmlns:a="http://schemas.openxmlformats.org/drawingml/2006/main">
              <a:ext uri="{FF2B5EF4-FFF2-40B4-BE49-F238E27FC236}">
                <a16:creationId xmlns:a16="http://schemas.microsoft.com/office/drawing/2014/main" id="{DE3C1D64-2FAD-469E-8E5A-2D8F130E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666750"/>
            <a:ext cx="5162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Shows the immutable Finance Passport snapshot used when the journey was submitted.</a:t>
            </a:r>
          </a:p>
        </p:txBody>
      </p:sp>
      <p:sp>
        <p:nvSpPr>
          <p:cNvPr id="4" name="page-screen-frame-46">
            <a:extLst xmlns:a="http://schemas.openxmlformats.org/drawingml/2006/main">
              <a:ext uri="{FF2B5EF4-FFF2-40B4-BE49-F238E27FC236}">
                <a16:creationId xmlns:a16="http://schemas.microsoft.com/office/drawing/2014/main" id="{0E29CC12-FB16-4402-AEA0-89650FEF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72390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ba57d80a2b42d6"/>
          <a:stretch xmlns:a="http://schemas.openxmlformats.org/drawingml/2006/main"/>
        </p:blipFill>
        <p:spPr>
          <a:xfrm xmlns:a="http://schemas.openxmlformats.org/drawingml/2006/main">
            <a:off x="400050" y="1487029"/>
            <a:ext cx="7239000" cy="4074441"/>
          </a:xfrm>
          <a:prstGeom xmlns:a="http://schemas.openxmlformats.org/drawingml/2006/main" prst="rect">
            <a:avLst/>
          </a:prstGeom>
        </p:spPr>
      </p:pic>
      <p:sp>
        <p:nvSpPr>
          <p:cNvPr id="6" name="demo-label-46">
            <a:extLst xmlns:a="http://schemas.openxmlformats.org/drawingml/2006/main">
              <a:ext uri="{FF2B5EF4-FFF2-40B4-BE49-F238E27FC236}">
                <a16:creationId xmlns:a16="http://schemas.microsoft.com/office/drawing/2014/main" id="{B295FA7B-AC4F-49E9-89F0-37CC1DE1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192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7" name="demo-index-46-0">
            <a:extLst xmlns:a="http://schemas.openxmlformats.org/drawingml/2006/main">
              <a:ext uri="{FF2B5EF4-FFF2-40B4-BE49-F238E27FC236}">
                <a16:creationId xmlns:a16="http://schemas.microsoft.com/office/drawing/2014/main" id="{EAD1156A-AA0E-49D1-AE1D-39DFE090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812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demo-item-46-0">
            <a:extLst xmlns:a="http://schemas.openxmlformats.org/drawingml/2006/main">
              <a:ext uri="{FF2B5EF4-FFF2-40B4-BE49-F238E27FC236}">
                <a16:creationId xmlns:a16="http://schemas.microsoft.com/office/drawing/2014/main" id="{444A5CCE-610A-4062-B961-D943B867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431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Snapshot date and consent version</a:t>
            </a:r>
          </a:p>
        </p:txBody>
      </p:sp>
      <p:sp>
        <p:nvSpPr>
          <p:cNvPr id="9" name="demo-index-46-1">
            <a:extLst xmlns:a="http://schemas.openxmlformats.org/drawingml/2006/main">
              <a:ext uri="{FF2B5EF4-FFF2-40B4-BE49-F238E27FC236}">
                <a16:creationId xmlns:a16="http://schemas.microsoft.com/office/drawing/2014/main" id="{711479F2-B439-4E47-B938-77DAF0B7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336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demo-item-46-1">
            <a:extLst xmlns:a="http://schemas.openxmlformats.org/drawingml/2006/main">
              <a:ext uri="{FF2B5EF4-FFF2-40B4-BE49-F238E27FC236}">
                <a16:creationId xmlns:a16="http://schemas.microsoft.com/office/drawing/2014/main" id="{30BE6C3A-B752-4199-90BB-98736342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955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Masked sensitive fields</a:t>
            </a:r>
          </a:p>
        </p:txBody>
      </p:sp>
      <p:sp>
        <p:nvSpPr>
          <p:cNvPr id="11" name="demo-index-46-2">
            <a:extLst xmlns:a="http://schemas.openxmlformats.org/drawingml/2006/main">
              <a:ext uri="{FF2B5EF4-FFF2-40B4-BE49-F238E27FC236}">
                <a16:creationId xmlns:a16="http://schemas.microsoft.com/office/drawing/2014/main" id="{3130B802-2A64-4A1C-B4C3-8E3E2ECB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861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demo-item-46-2">
            <a:extLst xmlns:a="http://schemas.openxmlformats.org/drawingml/2006/main">
              <a:ext uri="{FF2B5EF4-FFF2-40B4-BE49-F238E27FC236}">
                <a16:creationId xmlns:a16="http://schemas.microsoft.com/office/drawing/2014/main" id="{9B55589F-6AE6-4901-B517-25F65E24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480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Profile state independent of later account edits</a:t>
            </a:r>
          </a:p>
        </p:txBody>
      </p:sp>
      <p:sp>
        <p:nvSpPr>
          <p:cNvPr id="13" name="value-rule-46">
            <a:extLst xmlns:a="http://schemas.openxmlformats.org/drawingml/2006/main">
              <a:ext uri="{FF2B5EF4-FFF2-40B4-BE49-F238E27FC236}">
                <a16:creationId xmlns:a16="http://schemas.microsoft.com/office/drawing/2014/main" id="{8B8743BA-C4F9-4635-B4D1-AAABFE37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863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value-label-46">
            <a:extLst xmlns:a="http://schemas.openxmlformats.org/drawingml/2006/main">
              <a:ext uri="{FF2B5EF4-FFF2-40B4-BE49-F238E27FC236}">
                <a16:creationId xmlns:a16="http://schemas.microsoft.com/office/drawing/2014/main" id="{B562C058-F04D-4130-BCFA-87608838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863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5" name="value-text-46">
            <a:extLst xmlns:a="http://schemas.openxmlformats.org/drawingml/2006/main">
              <a:ext uri="{FF2B5EF4-FFF2-40B4-BE49-F238E27FC236}">
                <a16:creationId xmlns:a16="http://schemas.microsoft.com/office/drawing/2014/main" id="{C659915F-167B-4953-AFA6-9BF6BB41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76800"/>
            <a:ext cx="3448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Preserves exactly what was relied on for each journey.</a:t>
            </a:r>
          </a:p>
        </p:txBody>
      </p:sp>
      <p:sp>
        <p:nvSpPr>
          <p:cNvPr id="16" name="page-route-46">
            <a:extLst xmlns:a="http://schemas.openxmlformats.org/drawingml/2006/main">
              <a:ext uri="{FF2B5EF4-FFF2-40B4-BE49-F238E27FC236}">
                <a16:creationId xmlns:a16="http://schemas.microsoft.com/office/drawing/2014/main" id="{6577BD45-E746-4DEE-A8FD-B0D1F896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/admin/case/c1/profile</a:t>
            </a:r>
          </a:p>
        </p:txBody>
      </p:sp>
      <p:sp>
        <p:nvSpPr>
          <p:cNvPr id="17" name="footer-section-46">
            <a:extLst xmlns:a="http://schemas.openxmlformats.org/drawingml/2006/main">
              <a:ext uri="{FF2B5EF4-FFF2-40B4-BE49-F238E27FC236}">
                <a16:creationId xmlns:a16="http://schemas.microsoft.com/office/drawing/2014/main" id="{F9B3F1B7-FC32-4B64-9F94-8D39B2D9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CASE WORKSPACE</a:t>
            </a:r>
          </a:p>
        </p:txBody>
      </p:sp>
      <p:sp>
        <p:nvSpPr>
          <p:cNvPr id="18" name="footer-number-46">
            <a:extLst xmlns:a="http://schemas.openxmlformats.org/drawingml/2006/main">
              <a:ext uri="{FF2B5EF4-FFF2-40B4-BE49-F238E27FC236}">
                <a16:creationId xmlns:a16="http://schemas.microsoft.com/office/drawing/2014/main" id="{EEA35DDA-06F4-4FD1-A265-ABACD8B0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587792531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47">
            <a:extLst xmlns:a="http://schemas.openxmlformats.org/drawingml/2006/main">
              <a:ext uri="{FF2B5EF4-FFF2-40B4-BE49-F238E27FC236}">
                <a16:creationId xmlns:a16="http://schemas.microsoft.com/office/drawing/2014/main" id="{7E1CD0B7-7292-4B95-A855-5D9AE2E1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CASE WORKSPACE</a:t>
            </a:r>
          </a:p>
        </p:txBody>
      </p:sp>
      <p:sp>
        <p:nvSpPr>
          <p:cNvPr id="2" name="page-title-47">
            <a:extLst xmlns:a="http://schemas.openxmlformats.org/drawingml/2006/main">
              <a:ext uri="{FF2B5EF4-FFF2-40B4-BE49-F238E27FC236}">
                <a16:creationId xmlns:a16="http://schemas.microsoft.com/office/drawing/2014/main" id="{C51653CE-A108-4DF2-AFAC-0A0171B0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Case documents</a:t>
            </a:r>
          </a:p>
        </p:txBody>
      </p:sp>
      <p:sp>
        <p:nvSpPr>
          <p:cNvPr id="3" name="page-purpose-47">
            <a:extLst xmlns:a="http://schemas.openxmlformats.org/drawingml/2006/main">
              <a:ext uri="{FF2B5EF4-FFF2-40B4-BE49-F238E27FC236}">
                <a16:creationId xmlns:a16="http://schemas.microsoft.com/office/drawing/2014/main" id="{5A781D3C-949B-46E6-8356-56CCD41B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666750"/>
            <a:ext cx="5162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Requests, reviews and verifies journey-specific documents.</a:t>
            </a:r>
          </a:p>
        </p:txBody>
      </p:sp>
      <p:sp>
        <p:nvSpPr>
          <p:cNvPr id="4" name="page-screen-frame-47">
            <a:extLst xmlns:a="http://schemas.openxmlformats.org/drawingml/2006/main">
              <a:ext uri="{FF2B5EF4-FFF2-40B4-BE49-F238E27FC236}">
                <a16:creationId xmlns:a16="http://schemas.microsoft.com/office/drawing/2014/main" id="{BE9672B5-8F8A-4D15-A074-F6AD7A49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72390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268f2878904dd5"/>
          <a:stretch xmlns:a="http://schemas.openxmlformats.org/drawingml/2006/main"/>
        </p:blipFill>
        <p:spPr>
          <a:xfrm xmlns:a="http://schemas.openxmlformats.org/drawingml/2006/main">
            <a:off x="400050" y="1487029"/>
            <a:ext cx="7239000" cy="4074441"/>
          </a:xfrm>
          <a:prstGeom xmlns:a="http://schemas.openxmlformats.org/drawingml/2006/main" prst="rect">
            <a:avLst/>
          </a:prstGeom>
        </p:spPr>
      </p:pic>
      <p:sp>
        <p:nvSpPr>
          <p:cNvPr id="6" name="demo-label-47">
            <a:extLst xmlns:a="http://schemas.openxmlformats.org/drawingml/2006/main">
              <a:ext uri="{FF2B5EF4-FFF2-40B4-BE49-F238E27FC236}">
                <a16:creationId xmlns:a16="http://schemas.microsoft.com/office/drawing/2014/main" id="{282E3239-70D0-43C0-A18F-2BBFCAB9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192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7" name="demo-index-47-0">
            <a:extLst xmlns:a="http://schemas.openxmlformats.org/drawingml/2006/main">
              <a:ext uri="{FF2B5EF4-FFF2-40B4-BE49-F238E27FC236}">
                <a16:creationId xmlns:a16="http://schemas.microsoft.com/office/drawing/2014/main" id="{699E1A83-A1F7-4A29-B6E6-F5A677C7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812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demo-item-47-0">
            <a:extLst xmlns:a="http://schemas.openxmlformats.org/drawingml/2006/main">
              <a:ext uri="{FF2B5EF4-FFF2-40B4-BE49-F238E27FC236}">
                <a16:creationId xmlns:a16="http://schemas.microsoft.com/office/drawing/2014/main" id="{8CE1B899-C665-41CD-AB26-935D29EF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431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Approved document types and freshness rules</a:t>
            </a:r>
          </a:p>
        </p:txBody>
      </p:sp>
      <p:sp>
        <p:nvSpPr>
          <p:cNvPr id="9" name="demo-index-47-1">
            <a:extLst xmlns:a="http://schemas.openxmlformats.org/drawingml/2006/main">
              <a:ext uri="{FF2B5EF4-FFF2-40B4-BE49-F238E27FC236}">
                <a16:creationId xmlns:a16="http://schemas.microsoft.com/office/drawing/2014/main" id="{037F4068-8FEA-4A57-9784-716C85CA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336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demo-item-47-1">
            <a:extLst xmlns:a="http://schemas.openxmlformats.org/drawingml/2006/main">
              <a:ext uri="{FF2B5EF4-FFF2-40B4-BE49-F238E27FC236}">
                <a16:creationId xmlns:a16="http://schemas.microsoft.com/office/drawing/2014/main" id="{CD3C80D6-85DB-4BB1-8123-EB8A866D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955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Review, rejection and clarification actions</a:t>
            </a:r>
          </a:p>
        </p:txBody>
      </p:sp>
      <p:sp>
        <p:nvSpPr>
          <p:cNvPr id="11" name="demo-index-47-2">
            <a:extLst xmlns:a="http://schemas.openxmlformats.org/drawingml/2006/main">
              <a:ext uri="{FF2B5EF4-FFF2-40B4-BE49-F238E27FC236}">
                <a16:creationId xmlns:a16="http://schemas.microsoft.com/office/drawing/2014/main" id="{D0868166-1BAD-4FFE-827D-60079F2D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861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demo-item-47-2">
            <a:extLst xmlns:a="http://schemas.openxmlformats.org/drawingml/2006/main">
              <a:ext uri="{FF2B5EF4-FFF2-40B4-BE49-F238E27FC236}">
                <a16:creationId xmlns:a16="http://schemas.microsoft.com/office/drawing/2014/main" id="{968D56A5-F502-40FA-AB19-4E50D272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480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Internal review notes separated from customer reasons</a:t>
            </a:r>
          </a:p>
        </p:txBody>
      </p:sp>
      <p:sp>
        <p:nvSpPr>
          <p:cNvPr id="13" name="value-rule-47">
            <a:extLst xmlns:a="http://schemas.openxmlformats.org/drawingml/2006/main">
              <a:ext uri="{FF2B5EF4-FFF2-40B4-BE49-F238E27FC236}">
                <a16:creationId xmlns:a16="http://schemas.microsoft.com/office/drawing/2014/main" id="{F0893F99-3037-42CB-BFCA-DE32B07E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863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value-label-47">
            <a:extLst xmlns:a="http://schemas.openxmlformats.org/drawingml/2006/main">
              <a:ext uri="{FF2B5EF4-FFF2-40B4-BE49-F238E27FC236}">
                <a16:creationId xmlns:a16="http://schemas.microsoft.com/office/drawing/2014/main" id="{F4089E2E-3605-41BD-9184-57B170C5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863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5" name="value-text-47">
            <a:extLst xmlns:a="http://schemas.openxmlformats.org/drawingml/2006/main">
              <a:ext uri="{FF2B5EF4-FFF2-40B4-BE49-F238E27FC236}">
                <a16:creationId xmlns:a16="http://schemas.microsoft.com/office/drawing/2014/main" id="{13C5794E-D417-4849-89B8-A3A997B0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76800"/>
            <a:ext cx="3448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Creates a consistent, auditable document-review process.</a:t>
            </a:r>
          </a:p>
        </p:txBody>
      </p:sp>
      <p:sp>
        <p:nvSpPr>
          <p:cNvPr id="16" name="page-route-47">
            <a:extLst xmlns:a="http://schemas.openxmlformats.org/drawingml/2006/main">
              <a:ext uri="{FF2B5EF4-FFF2-40B4-BE49-F238E27FC236}">
                <a16:creationId xmlns:a16="http://schemas.microsoft.com/office/drawing/2014/main" id="{A49A9495-308C-42A2-B6FC-78A28CF3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/admin/case/c1/documents</a:t>
            </a:r>
          </a:p>
        </p:txBody>
      </p:sp>
      <p:sp>
        <p:nvSpPr>
          <p:cNvPr id="17" name="footer-section-47">
            <a:extLst xmlns:a="http://schemas.openxmlformats.org/drawingml/2006/main">
              <a:ext uri="{FF2B5EF4-FFF2-40B4-BE49-F238E27FC236}">
                <a16:creationId xmlns:a16="http://schemas.microsoft.com/office/drawing/2014/main" id="{9025AD6D-8087-4706-918F-7203270D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CASE WORKSPACE</a:t>
            </a:r>
          </a:p>
        </p:txBody>
      </p:sp>
      <p:sp>
        <p:nvSpPr>
          <p:cNvPr id="18" name="footer-number-47">
            <a:extLst xmlns:a="http://schemas.openxmlformats.org/drawingml/2006/main">
              <a:ext uri="{FF2B5EF4-FFF2-40B4-BE49-F238E27FC236}">
                <a16:creationId xmlns:a16="http://schemas.microsoft.com/office/drawing/2014/main" id="{F61CBB31-C3C9-4E5E-BCFE-EC1F2877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4945601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48">
            <a:extLst xmlns:a="http://schemas.openxmlformats.org/drawingml/2006/main">
              <a:ext uri="{FF2B5EF4-FFF2-40B4-BE49-F238E27FC236}">
                <a16:creationId xmlns:a16="http://schemas.microsoft.com/office/drawing/2014/main" id="{2871B629-F77C-4D48-A9F2-81DAD1D7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CASE WORKSPACE</a:t>
            </a:r>
          </a:p>
        </p:txBody>
      </p:sp>
      <p:sp>
        <p:nvSpPr>
          <p:cNvPr id="2" name="page-title-48">
            <a:extLst xmlns:a="http://schemas.openxmlformats.org/drawingml/2006/main">
              <a:ext uri="{FF2B5EF4-FFF2-40B4-BE49-F238E27FC236}">
                <a16:creationId xmlns:a16="http://schemas.microsoft.com/office/drawing/2014/main" id="{DD73BAA5-D89C-4560-B4E9-DB005C61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Vehicle options</a:t>
            </a:r>
          </a:p>
        </p:txBody>
      </p:sp>
      <p:sp>
        <p:nvSpPr>
          <p:cNvPr id="3" name="page-purpose-48">
            <a:extLst xmlns:a="http://schemas.openxmlformats.org/drawingml/2006/main">
              <a:ext uri="{FF2B5EF4-FFF2-40B4-BE49-F238E27FC236}">
                <a16:creationId xmlns:a16="http://schemas.microsoft.com/office/drawing/2014/main" id="{A4BCFE52-C0EE-4388-884A-5ADDB402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666750"/>
            <a:ext cx="5162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Creates, compares and publishes suitable vehicle options.</a:t>
            </a:r>
          </a:p>
        </p:txBody>
      </p:sp>
      <p:sp>
        <p:nvSpPr>
          <p:cNvPr id="4" name="page-screen-frame-48">
            <a:extLst xmlns:a="http://schemas.openxmlformats.org/drawingml/2006/main">
              <a:ext uri="{FF2B5EF4-FFF2-40B4-BE49-F238E27FC236}">
                <a16:creationId xmlns:a16="http://schemas.microsoft.com/office/drawing/2014/main" id="{D181752E-B0A8-447E-A169-2DDDA0A7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72390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db758f86434949"/>
          <a:stretch xmlns:a="http://schemas.openxmlformats.org/drawingml/2006/main"/>
        </p:blipFill>
        <p:spPr>
          <a:xfrm xmlns:a="http://schemas.openxmlformats.org/drawingml/2006/main">
            <a:off x="400050" y="1487029"/>
            <a:ext cx="7239000" cy="4074441"/>
          </a:xfrm>
          <a:prstGeom xmlns:a="http://schemas.openxmlformats.org/drawingml/2006/main" prst="rect">
            <a:avLst/>
          </a:prstGeom>
        </p:spPr>
      </p:pic>
      <p:sp>
        <p:nvSpPr>
          <p:cNvPr id="6" name="demo-label-48">
            <a:extLst xmlns:a="http://schemas.openxmlformats.org/drawingml/2006/main">
              <a:ext uri="{FF2B5EF4-FFF2-40B4-BE49-F238E27FC236}">
                <a16:creationId xmlns:a16="http://schemas.microsoft.com/office/drawing/2014/main" id="{F5CBF82B-AB0B-4912-B869-5363E76E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192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7" name="demo-index-48-0">
            <a:extLst xmlns:a="http://schemas.openxmlformats.org/drawingml/2006/main">
              <a:ext uri="{FF2B5EF4-FFF2-40B4-BE49-F238E27FC236}">
                <a16:creationId xmlns:a16="http://schemas.microsoft.com/office/drawing/2014/main" id="{126DED66-4F3E-4696-96EF-F1115038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812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demo-item-48-0">
            <a:extLst xmlns:a="http://schemas.openxmlformats.org/drawingml/2006/main">
              <a:ext uri="{FF2B5EF4-FFF2-40B4-BE49-F238E27FC236}">
                <a16:creationId xmlns:a16="http://schemas.microsoft.com/office/drawing/2014/main" id="{BF8298FF-E9E8-4688-8DDA-8439DF14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431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Vehicle, dealership, mileage, price and estimate</a:t>
            </a:r>
          </a:p>
        </p:txBody>
      </p:sp>
      <p:sp>
        <p:nvSpPr>
          <p:cNvPr id="9" name="demo-index-48-1">
            <a:extLst xmlns:a="http://schemas.openxmlformats.org/drawingml/2006/main">
              <a:ext uri="{FF2B5EF4-FFF2-40B4-BE49-F238E27FC236}">
                <a16:creationId xmlns:a16="http://schemas.microsoft.com/office/drawing/2014/main" id="{E06FDC90-0AED-43F6-9575-8C082AA7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336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demo-item-48-1">
            <a:extLst xmlns:a="http://schemas.openxmlformats.org/drawingml/2006/main">
              <a:ext uri="{FF2B5EF4-FFF2-40B4-BE49-F238E27FC236}">
                <a16:creationId xmlns:a16="http://schemas.microsoft.com/office/drawing/2014/main" id="{C7D56C43-2526-42E4-90CD-E833CC16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955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Published versus internal information</a:t>
            </a:r>
          </a:p>
        </p:txBody>
      </p:sp>
      <p:sp>
        <p:nvSpPr>
          <p:cNvPr id="11" name="demo-index-48-2">
            <a:extLst xmlns:a="http://schemas.openxmlformats.org/drawingml/2006/main">
              <a:ext uri="{FF2B5EF4-FFF2-40B4-BE49-F238E27FC236}">
                <a16:creationId xmlns:a16="http://schemas.microsoft.com/office/drawing/2014/main" id="{381CA253-5BF7-461F-885D-2056A7B4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861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demo-item-48-2">
            <a:extLst xmlns:a="http://schemas.openxmlformats.org/drawingml/2006/main">
              <a:ext uri="{FF2B5EF4-FFF2-40B4-BE49-F238E27FC236}">
                <a16:creationId xmlns:a16="http://schemas.microsoft.com/office/drawing/2014/main" id="{89D728B8-AECB-417A-A4D9-CD76E734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480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Customer selection state</a:t>
            </a:r>
          </a:p>
        </p:txBody>
      </p:sp>
      <p:sp>
        <p:nvSpPr>
          <p:cNvPr id="13" name="value-rule-48">
            <a:extLst xmlns:a="http://schemas.openxmlformats.org/drawingml/2006/main">
              <a:ext uri="{FF2B5EF4-FFF2-40B4-BE49-F238E27FC236}">
                <a16:creationId xmlns:a16="http://schemas.microsoft.com/office/drawing/2014/main" id="{4FE7BD50-2059-4DB0-A8B0-A33A0FE8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863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value-label-48">
            <a:extLst xmlns:a="http://schemas.openxmlformats.org/drawingml/2006/main">
              <a:ext uri="{FF2B5EF4-FFF2-40B4-BE49-F238E27FC236}">
                <a16:creationId xmlns:a16="http://schemas.microsoft.com/office/drawing/2014/main" id="{D8E1E4E5-2BAA-40D7-881C-3E4B87B9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863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5" name="value-text-48">
            <a:extLst xmlns:a="http://schemas.openxmlformats.org/drawingml/2006/main">
              <a:ext uri="{FF2B5EF4-FFF2-40B4-BE49-F238E27FC236}">
                <a16:creationId xmlns:a16="http://schemas.microsoft.com/office/drawing/2014/main" id="{89690C77-5EB1-4D4A-8468-C869F82B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76800"/>
            <a:ext cx="3448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Ensures only reviewed options and customer-safe notes are visible externally.</a:t>
            </a:r>
          </a:p>
        </p:txBody>
      </p:sp>
      <p:sp>
        <p:nvSpPr>
          <p:cNvPr id="16" name="page-route-48">
            <a:extLst xmlns:a="http://schemas.openxmlformats.org/drawingml/2006/main">
              <a:ext uri="{FF2B5EF4-FFF2-40B4-BE49-F238E27FC236}">
                <a16:creationId xmlns:a16="http://schemas.microsoft.com/office/drawing/2014/main" id="{4DAED43E-297F-4D8B-9106-433EAF98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/admin/case/c1/vehicles</a:t>
            </a:r>
          </a:p>
        </p:txBody>
      </p:sp>
      <p:sp>
        <p:nvSpPr>
          <p:cNvPr id="17" name="footer-section-48">
            <a:extLst xmlns:a="http://schemas.openxmlformats.org/drawingml/2006/main">
              <a:ext uri="{FF2B5EF4-FFF2-40B4-BE49-F238E27FC236}">
                <a16:creationId xmlns:a16="http://schemas.microsoft.com/office/drawing/2014/main" id="{4D221512-5637-4391-A5BD-30B7DAD6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CASE WORKSPACE</a:t>
            </a:r>
          </a:p>
        </p:txBody>
      </p:sp>
      <p:sp>
        <p:nvSpPr>
          <p:cNvPr id="18" name="footer-number-48">
            <a:extLst xmlns:a="http://schemas.openxmlformats.org/drawingml/2006/main">
              <a:ext uri="{FF2B5EF4-FFF2-40B4-BE49-F238E27FC236}">
                <a16:creationId xmlns:a16="http://schemas.microsoft.com/office/drawing/2014/main" id="{548DDE18-5F0A-4194-BAD7-88F4CA2D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021591097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49">
            <a:extLst xmlns:a="http://schemas.openxmlformats.org/drawingml/2006/main">
              <a:ext uri="{FF2B5EF4-FFF2-40B4-BE49-F238E27FC236}">
                <a16:creationId xmlns:a16="http://schemas.microsoft.com/office/drawing/2014/main" id="{96788869-A323-4FB8-B00F-00E558ED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CASE WORKSPACE</a:t>
            </a:r>
          </a:p>
        </p:txBody>
      </p:sp>
      <p:sp>
        <p:nvSpPr>
          <p:cNvPr id="2" name="page-title-49">
            <a:extLst xmlns:a="http://schemas.openxmlformats.org/drawingml/2006/main">
              <a:ext uri="{FF2B5EF4-FFF2-40B4-BE49-F238E27FC236}">
                <a16:creationId xmlns:a16="http://schemas.microsoft.com/office/drawing/2014/main" id="{336BE36C-6F70-4DD3-9070-B18C89E1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Finance coordination</a:t>
            </a:r>
          </a:p>
        </p:txBody>
      </p:sp>
      <p:sp>
        <p:nvSpPr>
          <p:cNvPr id="3" name="page-purpose-49">
            <a:extLst xmlns:a="http://schemas.openxmlformats.org/drawingml/2006/main">
              <a:ext uri="{FF2B5EF4-FFF2-40B4-BE49-F238E27FC236}">
                <a16:creationId xmlns:a16="http://schemas.microsoft.com/office/drawing/2014/main" id="{5AED7317-8874-488D-903F-2F66C364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666750"/>
            <a:ext cx="5162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Tracks separate submissions to registered credit providers.</a:t>
            </a:r>
          </a:p>
        </p:txBody>
      </p:sp>
      <p:sp>
        <p:nvSpPr>
          <p:cNvPr id="4" name="page-screen-frame-49">
            <a:extLst xmlns:a="http://schemas.openxmlformats.org/drawingml/2006/main">
              <a:ext uri="{FF2B5EF4-FFF2-40B4-BE49-F238E27FC236}">
                <a16:creationId xmlns:a16="http://schemas.microsoft.com/office/drawing/2014/main" id="{A5365B58-B865-46F6-892D-7F181BFC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72390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5673dfa91c46d7"/>
          <a:stretch xmlns:a="http://schemas.openxmlformats.org/drawingml/2006/main"/>
        </p:blipFill>
        <p:spPr>
          <a:xfrm xmlns:a="http://schemas.openxmlformats.org/drawingml/2006/main">
            <a:off x="400050" y="1487029"/>
            <a:ext cx="7239000" cy="4074441"/>
          </a:xfrm>
          <a:prstGeom xmlns:a="http://schemas.openxmlformats.org/drawingml/2006/main" prst="rect">
            <a:avLst/>
          </a:prstGeom>
        </p:spPr>
      </p:pic>
      <p:sp>
        <p:nvSpPr>
          <p:cNvPr id="6" name="demo-label-49">
            <a:extLst xmlns:a="http://schemas.openxmlformats.org/drawingml/2006/main">
              <a:ext uri="{FF2B5EF4-FFF2-40B4-BE49-F238E27FC236}">
                <a16:creationId xmlns:a16="http://schemas.microsoft.com/office/drawing/2014/main" id="{55A81E30-3484-4022-8577-AA42E708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192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7" name="demo-index-49-0">
            <a:extLst xmlns:a="http://schemas.openxmlformats.org/drawingml/2006/main">
              <a:ext uri="{FF2B5EF4-FFF2-40B4-BE49-F238E27FC236}">
                <a16:creationId xmlns:a16="http://schemas.microsoft.com/office/drawing/2014/main" id="{0C4829B2-5CFF-4BB3-AFC8-85B6CC01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812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demo-item-49-0">
            <a:extLst xmlns:a="http://schemas.openxmlformats.org/drawingml/2006/main">
              <a:ext uri="{FF2B5EF4-FFF2-40B4-BE49-F238E27FC236}">
                <a16:creationId xmlns:a16="http://schemas.microsoft.com/office/drawing/2014/main" id="{0321E57E-7B52-4B1C-8B2A-5D593296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431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Provider, owner, status and follow-up date</a:t>
            </a:r>
          </a:p>
        </p:txBody>
      </p:sp>
      <p:sp>
        <p:nvSpPr>
          <p:cNvPr id="9" name="demo-index-49-1">
            <a:extLst xmlns:a="http://schemas.openxmlformats.org/drawingml/2006/main">
              <a:ext uri="{FF2B5EF4-FFF2-40B4-BE49-F238E27FC236}">
                <a16:creationId xmlns:a16="http://schemas.microsoft.com/office/drawing/2014/main" id="{C468C89D-271B-41A3-91C1-8BFBE6C8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336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demo-item-49-1">
            <a:extLst xmlns:a="http://schemas.openxmlformats.org/drawingml/2006/main">
              <a:ext uri="{FF2B5EF4-FFF2-40B4-BE49-F238E27FC236}">
                <a16:creationId xmlns:a16="http://schemas.microsoft.com/office/drawing/2014/main" id="{08BD0C6D-DA10-493A-964A-F122D1EB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955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Internal information-required state</a:t>
            </a:r>
          </a:p>
        </p:txBody>
      </p:sp>
      <p:sp>
        <p:nvSpPr>
          <p:cNvPr id="11" name="demo-index-49-2">
            <a:extLst xmlns:a="http://schemas.openxmlformats.org/drawingml/2006/main">
              <a:ext uri="{FF2B5EF4-FFF2-40B4-BE49-F238E27FC236}">
                <a16:creationId xmlns:a16="http://schemas.microsoft.com/office/drawing/2014/main" id="{C46E2E39-643B-4533-BA53-8D3C6C62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861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demo-item-49-2">
            <a:extLst xmlns:a="http://schemas.openxmlformats.org/drawingml/2006/main">
              <a:ext uri="{FF2B5EF4-FFF2-40B4-BE49-F238E27FC236}">
                <a16:creationId xmlns:a16="http://schemas.microsoft.com/office/drawing/2014/main" id="{4E213FF4-97ED-45C2-AAC2-F0A11E88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480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Safe customer-visible wording</a:t>
            </a:r>
          </a:p>
        </p:txBody>
      </p:sp>
      <p:sp>
        <p:nvSpPr>
          <p:cNvPr id="13" name="value-rule-49">
            <a:extLst xmlns:a="http://schemas.openxmlformats.org/drawingml/2006/main">
              <a:ext uri="{FF2B5EF4-FFF2-40B4-BE49-F238E27FC236}">
                <a16:creationId xmlns:a16="http://schemas.microsoft.com/office/drawing/2014/main" id="{3A3A1DBB-56C8-41A9-8F9B-458B3049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863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value-label-49">
            <a:extLst xmlns:a="http://schemas.openxmlformats.org/drawingml/2006/main">
              <a:ext uri="{FF2B5EF4-FFF2-40B4-BE49-F238E27FC236}">
                <a16:creationId xmlns:a16="http://schemas.microsoft.com/office/drawing/2014/main" id="{2FEB7FB6-2A44-44EF-9E9E-3A734B08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863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5" name="value-text-49">
            <a:extLst xmlns:a="http://schemas.openxmlformats.org/drawingml/2006/main">
              <a:ext uri="{FF2B5EF4-FFF2-40B4-BE49-F238E27FC236}">
                <a16:creationId xmlns:a16="http://schemas.microsoft.com/office/drawing/2014/main" id="{6184D205-8EBD-41F7-B2CA-3D8C2401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76800"/>
            <a:ext cx="3448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Keeps EzeeFin positioned as coordinator rather than credit approver.</a:t>
            </a:r>
          </a:p>
        </p:txBody>
      </p:sp>
      <p:sp>
        <p:nvSpPr>
          <p:cNvPr id="16" name="page-route-49">
            <a:extLst xmlns:a="http://schemas.openxmlformats.org/drawingml/2006/main">
              <a:ext uri="{FF2B5EF4-FFF2-40B4-BE49-F238E27FC236}">
                <a16:creationId xmlns:a16="http://schemas.microsoft.com/office/drawing/2014/main" id="{2479F40F-9038-4FEC-82E9-CCDA8B22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/admin/case/c1/finance</a:t>
            </a:r>
          </a:p>
        </p:txBody>
      </p:sp>
      <p:sp>
        <p:nvSpPr>
          <p:cNvPr id="17" name="footer-section-49">
            <a:extLst xmlns:a="http://schemas.openxmlformats.org/drawingml/2006/main">
              <a:ext uri="{FF2B5EF4-FFF2-40B4-BE49-F238E27FC236}">
                <a16:creationId xmlns:a16="http://schemas.microsoft.com/office/drawing/2014/main" id="{2481E433-9147-49BB-BCAA-E889254A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CASE WORKSPACE</a:t>
            </a:r>
          </a:p>
        </p:txBody>
      </p:sp>
      <p:sp>
        <p:nvSpPr>
          <p:cNvPr id="18" name="footer-number-49">
            <a:extLst xmlns:a="http://schemas.openxmlformats.org/drawingml/2006/main">
              <a:ext uri="{FF2B5EF4-FFF2-40B4-BE49-F238E27FC236}">
                <a16:creationId xmlns:a16="http://schemas.microsoft.com/office/drawing/2014/main" id="{1483E17A-8407-4DAB-8B2C-C83F579A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869591067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50">
            <a:extLst xmlns:a="http://schemas.openxmlformats.org/drawingml/2006/main">
              <a:ext uri="{FF2B5EF4-FFF2-40B4-BE49-F238E27FC236}">
                <a16:creationId xmlns:a16="http://schemas.microsoft.com/office/drawing/2014/main" id="{592B8BFD-7ED4-4C21-9FE4-C52B2E17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CASE WORKSPACE</a:t>
            </a:r>
          </a:p>
        </p:txBody>
      </p:sp>
      <p:sp>
        <p:nvSpPr>
          <p:cNvPr id="2" name="page-title-50">
            <a:extLst xmlns:a="http://schemas.openxmlformats.org/drawingml/2006/main">
              <a:ext uri="{FF2B5EF4-FFF2-40B4-BE49-F238E27FC236}">
                <a16:creationId xmlns:a16="http://schemas.microsoft.com/office/drawing/2014/main" id="{901E7282-9D69-4A20-85EA-7FD9550F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Cover and tracker coordination</a:t>
            </a:r>
          </a:p>
        </p:txBody>
      </p:sp>
      <p:sp>
        <p:nvSpPr>
          <p:cNvPr id="3" name="page-purpose-50">
            <a:extLst xmlns:a="http://schemas.openxmlformats.org/drawingml/2006/main">
              <a:ext uri="{FF2B5EF4-FFF2-40B4-BE49-F238E27FC236}">
                <a16:creationId xmlns:a16="http://schemas.microsoft.com/office/drawing/2014/main" id="{494980FB-B318-493E-B8E8-46139704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666750"/>
            <a:ext cx="5162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Tracks quotation requests, terms, expiry and selection.</a:t>
            </a:r>
          </a:p>
        </p:txBody>
      </p:sp>
      <p:sp>
        <p:nvSpPr>
          <p:cNvPr id="4" name="page-screen-frame-50">
            <a:extLst xmlns:a="http://schemas.openxmlformats.org/drawingml/2006/main">
              <a:ext uri="{FF2B5EF4-FFF2-40B4-BE49-F238E27FC236}">
                <a16:creationId xmlns:a16="http://schemas.microsoft.com/office/drawing/2014/main" id="{688D6BE5-FF69-42EA-888C-8F8087C2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72390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417a9cd5b14415"/>
          <a:stretch xmlns:a="http://schemas.openxmlformats.org/drawingml/2006/main"/>
        </p:blipFill>
        <p:spPr>
          <a:xfrm xmlns:a="http://schemas.openxmlformats.org/drawingml/2006/main">
            <a:off x="400050" y="1487029"/>
            <a:ext cx="7239000" cy="4074441"/>
          </a:xfrm>
          <a:prstGeom xmlns:a="http://schemas.openxmlformats.org/drawingml/2006/main" prst="rect">
            <a:avLst/>
          </a:prstGeom>
        </p:spPr>
      </p:pic>
      <p:sp>
        <p:nvSpPr>
          <p:cNvPr id="6" name="demo-label-50">
            <a:extLst xmlns:a="http://schemas.openxmlformats.org/drawingml/2006/main">
              <a:ext uri="{FF2B5EF4-FFF2-40B4-BE49-F238E27FC236}">
                <a16:creationId xmlns:a16="http://schemas.microsoft.com/office/drawing/2014/main" id="{0AD0D4C7-C06D-4BA8-8059-5D8F9976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192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7" name="demo-index-50-0">
            <a:extLst xmlns:a="http://schemas.openxmlformats.org/drawingml/2006/main">
              <a:ext uri="{FF2B5EF4-FFF2-40B4-BE49-F238E27FC236}">
                <a16:creationId xmlns:a16="http://schemas.microsoft.com/office/drawing/2014/main" id="{AD9F1B68-F1D3-459C-BA2E-130344A4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812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demo-item-50-0">
            <a:extLst xmlns:a="http://schemas.openxmlformats.org/drawingml/2006/main">
              <a:ext uri="{FF2B5EF4-FFF2-40B4-BE49-F238E27FC236}">
                <a16:creationId xmlns:a16="http://schemas.microsoft.com/office/drawing/2014/main" id="{B384A29F-955D-4E15-B620-467DA47B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431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Separate insurance and tracker records</a:t>
            </a:r>
          </a:p>
        </p:txBody>
      </p:sp>
      <p:sp>
        <p:nvSpPr>
          <p:cNvPr id="9" name="demo-index-50-1">
            <a:extLst xmlns:a="http://schemas.openxmlformats.org/drawingml/2006/main">
              <a:ext uri="{FF2B5EF4-FFF2-40B4-BE49-F238E27FC236}">
                <a16:creationId xmlns:a16="http://schemas.microsoft.com/office/drawing/2014/main" id="{B3A24F11-5ADE-4AAF-9519-360FD3F4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336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demo-item-50-1">
            <a:extLst xmlns:a="http://schemas.openxmlformats.org/drawingml/2006/main">
              <a:ext uri="{FF2B5EF4-FFF2-40B4-BE49-F238E27FC236}">
                <a16:creationId xmlns:a16="http://schemas.microsoft.com/office/drawing/2014/main" id="{06C69535-F16D-4952-A2FA-04791E97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955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Provider ownership and quotation status</a:t>
            </a:r>
          </a:p>
        </p:txBody>
      </p:sp>
      <p:sp>
        <p:nvSpPr>
          <p:cNvPr id="11" name="demo-index-50-2">
            <a:extLst xmlns:a="http://schemas.openxmlformats.org/drawingml/2006/main">
              <a:ext uri="{FF2B5EF4-FFF2-40B4-BE49-F238E27FC236}">
                <a16:creationId xmlns:a16="http://schemas.microsoft.com/office/drawing/2014/main" id="{4579412D-41E2-4B7B-8FBA-C4A9BAD1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861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demo-item-50-2">
            <a:extLst xmlns:a="http://schemas.openxmlformats.org/drawingml/2006/main">
              <a:ext uri="{FF2B5EF4-FFF2-40B4-BE49-F238E27FC236}">
                <a16:creationId xmlns:a16="http://schemas.microsoft.com/office/drawing/2014/main" id="{DD2D19F4-4CAD-4FAE-A8D1-8B77C674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480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Monthly amount and expiry where applicable</a:t>
            </a:r>
          </a:p>
        </p:txBody>
      </p:sp>
      <p:sp>
        <p:nvSpPr>
          <p:cNvPr id="13" name="value-rule-50">
            <a:extLst xmlns:a="http://schemas.openxmlformats.org/drawingml/2006/main">
              <a:ext uri="{FF2B5EF4-FFF2-40B4-BE49-F238E27FC236}">
                <a16:creationId xmlns:a16="http://schemas.microsoft.com/office/drawing/2014/main" id="{421FD8E6-E828-4D7D-A485-B51E8425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863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value-label-50">
            <a:extLst xmlns:a="http://schemas.openxmlformats.org/drawingml/2006/main">
              <a:ext uri="{FF2B5EF4-FFF2-40B4-BE49-F238E27FC236}">
                <a16:creationId xmlns:a16="http://schemas.microsoft.com/office/drawing/2014/main" id="{8A4ABDCA-FC0B-402E-B4AE-CDC72A8F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863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5" name="value-text-50">
            <a:extLst xmlns:a="http://schemas.openxmlformats.org/drawingml/2006/main">
              <a:ext uri="{FF2B5EF4-FFF2-40B4-BE49-F238E27FC236}">
                <a16:creationId xmlns:a16="http://schemas.microsoft.com/office/drawing/2014/main" id="{67F7E74C-53BE-4985-92A9-85100935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76800"/>
            <a:ext cx="3448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Keeps delivery-readiness work visible without implying underwriting.</a:t>
            </a:r>
          </a:p>
        </p:txBody>
      </p:sp>
      <p:sp>
        <p:nvSpPr>
          <p:cNvPr id="16" name="page-route-50">
            <a:extLst xmlns:a="http://schemas.openxmlformats.org/drawingml/2006/main">
              <a:ext uri="{FF2B5EF4-FFF2-40B4-BE49-F238E27FC236}">
                <a16:creationId xmlns:a16="http://schemas.microsoft.com/office/drawing/2014/main" id="{C636A967-73B1-42D2-BF9E-33AB64C8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/admin/case/c1/cover</a:t>
            </a:r>
          </a:p>
        </p:txBody>
      </p:sp>
      <p:sp>
        <p:nvSpPr>
          <p:cNvPr id="17" name="footer-section-50">
            <a:extLst xmlns:a="http://schemas.openxmlformats.org/drawingml/2006/main">
              <a:ext uri="{FF2B5EF4-FFF2-40B4-BE49-F238E27FC236}">
                <a16:creationId xmlns:a16="http://schemas.microsoft.com/office/drawing/2014/main" id="{9EB3463B-534F-411C-9818-5B54DBFD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CASE WORKSPACE</a:t>
            </a:r>
          </a:p>
        </p:txBody>
      </p:sp>
      <p:sp>
        <p:nvSpPr>
          <p:cNvPr id="18" name="footer-number-50">
            <a:extLst xmlns:a="http://schemas.openxmlformats.org/drawingml/2006/main">
              <a:ext uri="{FF2B5EF4-FFF2-40B4-BE49-F238E27FC236}">
                <a16:creationId xmlns:a16="http://schemas.microsoft.com/office/drawing/2014/main" id="{53080B05-17D8-4E37-8413-D8783C8E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214908046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51">
            <a:extLst xmlns:a="http://schemas.openxmlformats.org/drawingml/2006/main">
              <a:ext uri="{FF2B5EF4-FFF2-40B4-BE49-F238E27FC236}">
                <a16:creationId xmlns:a16="http://schemas.microsoft.com/office/drawing/2014/main" id="{C8270880-6BC1-47C5-85A1-990EBEA6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CASE WORKSPACE</a:t>
            </a:r>
          </a:p>
        </p:txBody>
      </p:sp>
      <p:sp>
        <p:nvSpPr>
          <p:cNvPr id="2" name="page-title-51">
            <a:extLst xmlns:a="http://schemas.openxmlformats.org/drawingml/2006/main">
              <a:ext uri="{FF2B5EF4-FFF2-40B4-BE49-F238E27FC236}">
                <a16:creationId xmlns:a16="http://schemas.microsoft.com/office/drawing/2014/main" id="{80F01D73-DA07-40C4-B13B-CE6A61B2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Case messages</a:t>
            </a:r>
          </a:p>
        </p:txBody>
      </p:sp>
      <p:sp>
        <p:nvSpPr>
          <p:cNvPr id="3" name="page-purpose-51">
            <a:extLst xmlns:a="http://schemas.openxmlformats.org/drawingml/2006/main">
              <a:ext uri="{FF2B5EF4-FFF2-40B4-BE49-F238E27FC236}">
                <a16:creationId xmlns:a16="http://schemas.microsoft.com/office/drawing/2014/main" id="{F830DAA0-D77F-4F06-82D5-53D9FF88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666750"/>
            <a:ext cx="5162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Manages the customer conversation inside the case context.</a:t>
            </a:r>
          </a:p>
        </p:txBody>
      </p:sp>
      <p:sp>
        <p:nvSpPr>
          <p:cNvPr id="4" name="page-screen-frame-51">
            <a:extLst xmlns:a="http://schemas.openxmlformats.org/drawingml/2006/main">
              <a:ext uri="{FF2B5EF4-FFF2-40B4-BE49-F238E27FC236}">
                <a16:creationId xmlns:a16="http://schemas.microsoft.com/office/drawing/2014/main" id="{A27C6F95-EA83-413A-B25C-4B5C52B0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72390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6f06833b134be6"/>
          <a:stretch xmlns:a="http://schemas.openxmlformats.org/drawingml/2006/main"/>
        </p:blipFill>
        <p:spPr>
          <a:xfrm xmlns:a="http://schemas.openxmlformats.org/drawingml/2006/main">
            <a:off x="400050" y="1487029"/>
            <a:ext cx="7239000" cy="4074441"/>
          </a:xfrm>
          <a:prstGeom xmlns:a="http://schemas.openxmlformats.org/drawingml/2006/main" prst="rect">
            <a:avLst/>
          </a:prstGeom>
        </p:spPr>
      </p:pic>
      <p:sp>
        <p:nvSpPr>
          <p:cNvPr id="6" name="demo-label-51">
            <a:extLst xmlns:a="http://schemas.openxmlformats.org/drawingml/2006/main">
              <a:ext uri="{FF2B5EF4-FFF2-40B4-BE49-F238E27FC236}">
                <a16:creationId xmlns:a16="http://schemas.microsoft.com/office/drawing/2014/main" id="{F3EC1846-B99E-41DB-B47B-C31521DB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192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7" name="demo-index-51-0">
            <a:extLst xmlns:a="http://schemas.openxmlformats.org/drawingml/2006/main">
              <a:ext uri="{FF2B5EF4-FFF2-40B4-BE49-F238E27FC236}">
                <a16:creationId xmlns:a16="http://schemas.microsoft.com/office/drawing/2014/main" id="{1AF1F55D-7F9B-4005-BE5E-49284233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812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demo-item-51-0">
            <a:extLst xmlns:a="http://schemas.openxmlformats.org/drawingml/2006/main">
              <a:ext uri="{FF2B5EF4-FFF2-40B4-BE49-F238E27FC236}">
                <a16:creationId xmlns:a16="http://schemas.microsoft.com/office/drawing/2014/main" id="{234D1E1B-D458-4D99-AD6B-9E45F91C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431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Staff identity, unread and delivery state</a:t>
            </a:r>
          </a:p>
        </p:txBody>
      </p:sp>
      <p:sp>
        <p:nvSpPr>
          <p:cNvPr id="9" name="demo-index-51-1">
            <a:extLst xmlns:a="http://schemas.openxmlformats.org/drawingml/2006/main">
              <a:ext uri="{FF2B5EF4-FFF2-40B4-BE49-F238E27FC236}">
                <a16:creationId xmlns:a16="http://schemas.microsoft.com/office/drawing/2014/main" id="{8D10F25D-75B9-4AAE-9002-3DA2B914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336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demo-item-51-1">
            <a:extLst xmlns:a="http://schemas.openxmlformats.org/drawingml/2006/main">
              <a:ext uri="{FF2B5EF4-FFF2-40B4-BE49-F238E27FC236}">
                <a16:creationId xmlns:a16="http://schemas.microsoft.com/office/drawing/2014/main" id="{34EB1695-9D4E-4FB1-9DCA-DD86E34D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955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Persistent composer and templates</a:t>
            </a:r>
          </a:p>
        </p:txBody>
      </p:sp>
      <p:sp>
        <p:nvSpPr>
          <p:cNvPr id="11" name="demo-index-51-2">
            <a:extLst xmlns:a="http://schemas.openxmlformats.org/drawingml/2006/main">
              <a:ext uri="{FF2B5EF4-FFF2-40B4-BE49-F238E27FC236}">
                <a16:creationId xmlns:a16="http://schemas.microsoft.com/office/drawing/2014/main" id="{FD1FCCD3-BCA6-44AC-9F9E-DB4C426D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861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demo-item-51-2">
            <a:extLst xmlns:a="http://schemas.openxmlformats.org/drawingml/2006/main">
              <a:ext uri="{FF2B5EF4-FFF2-40B4-BE49-F238E27FC236}">
                <a16:creationId xmlns:a16="http://schemas.microsoft.com/office/drawing/2014/main" id="{243242BB-0BCE-42E9-9D20-70D3EDB6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480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Clear separation from internal notes</a:t>
            </a:r>
          </a:p>
        </p:txBody>
      </p:sp>
      <p:sp>
        <p:nvSpPr>
          <p:cNvPr id="13" name="value-rule-51">
            <a:extLst xmlns:a="http://schemas.openxmlformats.org/drawingml/2006/main">
              <a:ext uri="{FF2B5EF4-FFF2-40B4-BE49-F238E27FC236}">
                <a16:creationId xmlns:a16="http://schemas.microsoft.com/office/drawing/2014/main" id="{AA73F0BC-A59E-47AE-8B2E-13115641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863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value-label-51">
            <a:extLst xmlns:a="http://schemas.openxmlformats.org/drawingml/2006/main">
              <a:ext uri="{FF2B5EF4-FFF2-40B4-BE49-F238E27FC236}">
                <a16:creationId xmlns:a16="http://schemas.microsoft.com/office/drawing/2014/main" id="{00A7D2F7-1FCB-42B9-AA2F-7B6DAEB1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863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5" name="value-text-51">
            <a:extLst xmlns:a="http://schemas.openxmlformats.org/drawingml/2006/main">
              <a:ext uri="{FF2B5EF4-FFF2-40B4-BE49-F238E27FC236}">
                <a16:creationId xmlns:a16="http://schemas.microsoft.com/office/drawing/2014/main" id="{3843A636-BDA9-4EC5-AF39-B52902C5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76800"/>
            <a:ext cx="3448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Prevents operational notes from appearing in customer communication.</a:t>
            </a:r>
          </a:p>
        </p:txBody>
      </p:sp>
      <p:sp>
        <p:nvSpPr>
          <p:cNvPr id="16" name="page-route-51">
            <a:extLst xmlns:a="http://schemas.openxmlformats.org/drawingml/2006/main">
              <a:ext uri="{FF2B5EF4-FFF2-40B4-BE49-F238E27FC236}">
                <a16:creationId xmlns:a16="http://schemas.microsoft.com/office/drawing/2014/main" id="{A6BE8F84-63DB-4E70-97F8-D2DA8570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/admin/case/c1/messages</a:t>
            </a:r>
          </a:p>
        </p:txBody>
      </p:sp>
      <p:sp>
        <p:nvSpPr>
          <p:cNvPr id="17" name="footer-section-51">
            <a:extLst xmlns:a="http://schemas.openxmlformats.org/drawingml/2006/main">
              <a:ext uri="{FF2B5EF4-FFF2-40B4-BE49-F238E27FC236}">
                <a16:creationId xmlns:a16="http://schemas.microsoft.com/office/drawing/2014/main" id="{F390A53F-919F-4FD7-8B7B-E1098163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CASE WORKSPACE</a:t>
            </a:r>
          </a:p>
        </p:txBody>
      </p:sp>
      <p:sp>
        <p:nvSpPr>
          <p:cNvPr id="18" name="footer-number-51">
            <a:extLst xmlns:a="http://schemas.openxmlformats.org/drawingml/2006/main">
              <a:ext uri="{FF2B5EF4-FFF2-40B4-BE49-F238E27FC236}">
                <a16:creationId xmlns:a16="http://schemas.microsoft.com/office/drawing/2014/main" id="{423F598D-286B-415B-834C-BDA23D86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1881962518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section-52">
            <a:extLst xmlns:a="http://schemas.openxmlformats.org/drawingml/2006/main">
              <a:ext uri="{FF2B5EF4-FFF2-40B4-BE49-F238E27FC236}">
                <a16:creationId xmlns:a16="http://schemas.microsoft.com/office/drawing/2014/main" id="{3AD7A6C1-BCD0-4725-989C-7A349C75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CASE WORKSPACE</a:t>
            </a:r>
          </a:p>
        </p:txBody>
      </p:sp>
      <p:sp>
        <p:nvSpPr>
          <p:cNvPr id="2" name="page-title-52">
            <a:extLst xmlns:a="http://schemas.openxmlformats.org/drawingml/2006/main">
              <a:ext uri="{FF2B5EF4-FFF2-40B4-BE49-F238E27FC236}">
                <a16:creationId xmlns:a16="http://schemas.microsoft.com/office/drawing/2014/main" id="{ADBAB276-EA0B-45EE-A434-C35DC740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Case activity</a:t>
            </a:r>
          </a:p>
        </p:txBody>
      </p:sp>
      <p:sp>
        <p:nvSpPr>
          <p:cNvPr id="3" name="page-purpose-52">
            <a:extLst xmlns:a="http://schemas.openxmlformats.org/drawingml/2006/main">
              <a:ext uri="{FF2B5EF4-FFF2-40B4-BE49-F238E27FC236}">
                <a16:creationId xmlns:a16="http://schemas.microsoft.com/office/drawing/2014/main" id="{F3566996-01A3-4C52-9129-D0108C21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666750"/>
            <a:ext cx="5162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Shows a chronological, append-only record of important actions.</a:t>
            </a:r>
          </a:p>
        </p:txBody>
      </p:sp>
      <p:sp>
        <p:nvSpPr>
          <p:cNvPr id="4" name="page-screen-frame-52">
            <a:extLst xmlns:a="http://schemas.openxmlformats.org/drawingml/2006/main">
              <a:ext uri="{FF2B5EF4-FFF2-40B4-BE49-F238E27FC236}">
                <a16:creationId xmlns:a16="http://schemas.microsoft.com/office/drawing/2014/main" id="{6E38FCD9-D4A1-4C58-B1A6-6F63CC4C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72390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a2610d31a44ebe"/>
          <a:stretch xmlns:a="http://schemas.openxmlformats.org/drawingml/2006/main"/>
        </p:blipFill>
        <p:spPr>
          <a:xfrm xmlns:a="http://schemas.openxmlformats.org/drawingml/2006/main">
            <a:off x="400050" y="1487029"/>
            <a:ext cx="7239000" cy="4074441"/>
          </a:xfrm>
          <a:prstGeom xmlns:a="http://schemas.openxmlformats.org/drawingml/2006/main" prst="rect">
            <a:avLst/>
          </a:prstGeom>
        </p:spPr>
      </p:pic>
      <p:sp>
        <p:nvSpPr>
          <p:cNvPr id="6" name="demo-label-52">
            <a:extLst xmlns:a="http://schemas.openxmlformats.org/drawingml/2006/main">
              <a:ext uri="{FF2B5EF4-FFF2-40B4-BE49-F238E27FC236}">
                <a16:creationId xmlns:a16="http://schemas.microsoft.com/office/drawing/2014/main" id="{F3210164-E53D-4549-AFEC-17EA4006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192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WHAT TO SHOW</a:t>
            </a:r>
          </a:p>
        </p:txBody>
      </p:sp>
      <p:sp>
        <p:nvSpPr>
          <p:cNvPr id="7" name="demo-index-52-0">
            <a:extLst xmlns:a="http://schemas.openxmlformats.org/drawingml/2006/main">
              <a:ext uri="{FF2B5EF4-FFF2-40B4-BE49-F238E27FC236}">
                <a16:creationId xmlns:a16="http://schemas.microsoft.com/office/drawing/2014/main" id="{798BD255-8F19-4278-99FC-C5122F02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812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demo-item-52-0">
            <a:extLst xmlns:a="http://schemas.openxmlformats.org/drawingml/2006/main">
              <a:ext uri="{FF2B5EF4-FFF2-40B4-BE49-F238E27FC236}">
                <a16:creationId xmlns:a16="http://schemas.microsoft.com/office/drawing/2014/main" id="{1233BC63-8006-42B2-9FD2-9C3531A6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431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Actor, action, subject and timestamp</a:t>
            </a:r>
          </a:p>
        </p:txBody>
      </p:sp>
      <p:sp>
        <p:nvSpPr>
          <p:cNvPr id="9" name="demo-index-52-1">
            <a:extLst xmlns:a="http://schemas.openxmlformats.org/drawingml/2006/main">
              <a:ext uri="{FF2B5EF4-FFF2-40B4-BE49-F238E27FC236}">
                <a16:creationId xmlns:a16="http://schemas.microsoft.com/office/drawing/2014/main" id="{DB55E215-11F3-4999-907E-15C650C4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336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demo-item-52-1">
            <a:extLst xmlns:a="http://schemas.openxmlformats.org/drawingml/2006/main">
              <a:ext uri="{FF2B5EF4-FFF2-40B4-BE49-F238E27FC236}">
                <a16:creationId xmlns:a16="http://schemas.microsoft.com/office/drawing/2014/main" id="{18A2C3C1-E27F-4237-A01E-EFD392AF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955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Sensitive reveals and verification decisions</a:t>
            </a:r>
          </a:p>
        </p:txBody>
      </p:sp>
      <p:sp>
        <p:nvSpPr>
          <p:cNvPr id="11" name="demo-index-52-2">
            <a:extLst xmlns:a="http://schemas.openxmlformats.org/drawingml/2006/main">
              <a:ext uri="{FF2B5EF4-FFF2-40B4-BE49-F238E27FC236}">
                <a16:creationId xmlns:a16="http://schemas.microsoft.com/office/drawing/2014/main" id="{C4BE33B1-6354-419B-B946-00701C2B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861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demo-item-52-2">
            <a:extLst xmlns:a="http://schemas.openxmlformats.org/drawingml/2006/main">
              <a:ext uri="{FF2B5EF4-FFF2-40B4-BE49-F238E27FC236}">
                <a16:creationId xmlns:a16="http://schemas.microsoft.com/office/drawing/2014/main" id="{5FE19D18-5CD0-48E0-81A8-A8A5D902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480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Journey transitions and notification events</a:t>
            </a:r>
          </a:p>
        </p:txBody>
      </p:sp>
      <p:sp>
        <p:nvSpPr>
          <p:cNvPr id="13" name="value-rule-52">
            <a:extLst xmlns:a="http://schemas.openxmlformats.org/drawingml/2006/main">
              <a:ext uri="{FF2B5EF4-FFF2-40B4-BE49-F238E27FC236}">
                <a16:creationId xmlns:a16="http://schemas.microsoft.com/office/drawing/2014/main" id="{34C206B1-CCF0-4333-B1DD-9EDEE69C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863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value-label-52">
            <a:extLst xmlns:a="http://schemas.openxmlformats.org/drawingml/2006/main">
              <a:ext uri="{FF2B5EF4-FFF2-40B4-BE49-F238E27FC236}">
                <a16:creationId xmlns:a16="http://schemas.microsoft.com/office/drawing/2014/main" id="{96339977-6914-4FEB-86C1-329368CA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863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5" name="value-text-52">
            <a:extLst xmlns:a="http://schemas.openxmlformats.org/drawingml/2006/main">
              <a:ext uri="{FF2B5EF4-FFF2-40B4-BE49-F238E27FC236}">
                <a16:creationId xmlns:a16="http://schemas.microsoft.com/office/drawing/2014/main" id="{7A62F36B-E18E-4C47-932B-E2450D1F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76800"/>
            <a:ext cx="3448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Supports accountability, investigation and compliance review.</a:t>
            </a:r>
          </a:p>
        </p:txBody>
      </p:sp>
      <p:sp>
        <p:nvSpPr>
          <p:cNvPr id="16" name="page-route-52">
            <a:extLst xmlns:a="http://schemas.openxmlformats.org/drawingml/2006/main">
              <a:ext uri="{FF2B5EF4-FFF2-40B4-BE49-F238E27FC236}">
                <a16:creationId xmlns:a16="http://schemas.microsoft.com/office/drawing/2014/main" id="{3F37C53D-932C-42F8-A17D-0A897033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/admin/case/c1/activity</a:t>
            </a:r>
          </a:p>
        </p:txBody>
      </p:sp>
      <p:sp>
        <p:nvSpPr>
          <p:cNvPr id="17" name="footer-section-52">
            <a:extLst xmlns:a="http://schemas.openxmlformats.org/drawingml/2006/main">
              <a:ext uri="{FF2B5EF4-FFF2-40B4-BE49-F238E27FC236}">
                <a16:creationId xmlns:a16="http://schemas.microsoft.com/office/drawing/2014/main" id="{F2F15765-0B43-4905-A80F-3B692ECA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9666A"/>
                </a:solidFill>
                <a:latin typeface="Helvetica Neue"/>
                <a:ea typeface="Helvetica Neue"/>
                <a:cs typeface="Helvetica Neue"/>
              </a:rPr>
              <a:t>CASE WORKSPACE</a:t>
            </a:r>
          </a:p>
        </p:txBody>
      </p:sp>
      <p:sp>
        <p:nvSpPr>
          <p:cNvPr id="18" name="footer-number-52">
            <a:extLst xmlns:a="http://schemas.openxmlformats.org/drawingml/2006/main">
              <a:ext uri="{FF2B5EF4-FFF2-40B4-BE49-F238E27FC236}">
                <a16:creationId xmlns:a16="http://schemas.microsoft.com/office/drawing/2014/main" id="{9E135E2D-650A-4FC5-8C26-21A7010C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619"/>
                </a:solidFill>
                <a:latin typeface="Helvetica Neue"/>
                <a:ea typeface="Helvetica Neue"/>
                <a:cs typeface="Helvetica Neue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88971386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1616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C1FF1616-4A20-46F4-8AAB-B541986A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THE HANDOFF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F409AE17-8BD1-457A-AF3A-D7073761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047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customer sees one calm journey.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team sees everything needed to deliver it.</a:t>
            </a:r>
          </a:p>
        </p:txBody>
      </p:sp>
      <p:sp>
        <p:nvSpPr>
          <p:cNvPr id="3" name="close-body">
            <a:extLst xmlns:a="http://schemas.openxmlformats.org/drawingml/2006/main">
              <a:ext uri="{FF2B5EF4-FFF2-40B4-BE49-F238E27FC236}">
                <a16:creationId xmlns:a16="http://schemas.microsoft.com/office/drawing/2014/main" id="{8BAC4E6B-DBF7-4E1F-BFAF-16106251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38625"/>
            <a:ext cx="8191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>
                <a:solidFill>
                  <a:srgbClr val="D8D5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D8D5D0"/>
                </a:solidFill>
                <a:latin typeface="Helvetica Neue"/>
                <a:ea typeface="Helvetica Neue"/>
                <a:cs typeface="Helvetica Neue"/>
              </a:rPr>
              <a:t>Finish the live demonstration by publishing a validated stage update in the case workspace, then return to the customer Journey page to show the synchronized result.</a:t>
            </a:r>
          </a:p>
        </p:txBody>
      </p:sp>
      <p:sp>
        <p:nvSpPr>
          <p:cNvPr id="4" name="close-url">
            <a:extLst xmlns:a="http://schemas.openxmlformats.org/drawingml/2006/main">
              <a:ext uri="{FF2B5EF4-FFF2-40B4-BE49-F238E27FC236}">
                <a16:creationId xmlns:a16="http://schemas.microsoft.com/office/drawing/2014/main" id="{5F4F110E-0B22-4A36-ABC1-BE6BFA00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62E36"/>
                </a:solidFill>
                <a:latin typeface="Helvetica Neue"/>
                <a:ea typeface="Helvetica Neue"/>
                <a:cs typeface="Helvetica Neue"/>
              </a:rPr>
              <a:t>ezeefin.valosystems.co.za</a:t>
            </a:r>
          </a:p>
        </p:txBody>
      </p:sp>
      <p:sp>
        <p:nvSpPr>
          <p:cNvPr id="5" name="close-number">
            <a:extLst xmlns:a="http://schemas.openxmlformats.org/drawingml/2006/main">
              <a:ext uri="{FF2B5EF4-FFF2-40B4-BE49-F238E27FC236}">
                <a16:creationId xmlns:a16="http://schemas.microsoft.com/office/drawing/2014/main" id="{54D1FB3F-3F3D-4B46-82A3-2D9C1C43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11575417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2026-07-17T20:17:43.1410000Z</dcterms:created>
  <dcterms:modified xsi:type="dcterms:W3CDTF">2026-07-17T20:17:43.1410000Z</dcterms:modified>
</coreProperties>
</file>